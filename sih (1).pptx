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0529CE-7751-403C-BC4B-C58058A916C7}" type="doc">
      <dgm:prSet loTypeId="urn:microsoft.com/office/officeart/2008/layout/VerticalAccent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CE141574-ED34-4E3A-90B8-731A9E9D8069}">
      <dgm:prSet phldrT="[Text]"/>
      <dgm:spPr/>
      <dgm:t>
        <a:bodyPr/>
        <a:lstStyle/>
        <a:p>
          <a:r>
            <a:rPr lang="en-US" dirty="0"/>
            <a:t>High dropout rates in educational institutions</a:t>
          </a:r>
          <a:endParaRPr lang="en-IN" dirty="0"/>
        </a:p>
      </dgm:t>
    </dgm:pt>
    <dgm:pt modelId="{FC863D06-44CA-4F0A-8C08-BD49B0F5F49F}" type="parTrans" cxnId="{741A076A-B740-44C3-8454-6EC9C8897C2F}">
      <dgm:prSet/>
      <dgm:spPr/>
      <dgm:t>
        <a:bodyPr/>
        <a:lstStyle/>
        <a:p>
          <a:endParaRPr lang="en-IN"/>
        </a:p>
      </dgm:t>
    </dgm:pt>
    <dgm:pt modelId="{722EEB02-06D2-4D4D-B84D-3BD5A257B687}" type="sibTrans" cxnId="{741A076A-B740-44C3-8454-6EC9C8897C2F}">
      <dgm:prSet/>
      <dgm:spPr/>
      <dgm:t>
        <a:bodyPr/>
        <a:lstStyle/>
        <a:p>
          <a:endParaRPr lang="en-IN"/>
        </a:p>
      </dgm:t>
    </dgm:pt>
    <dgm:pt modelId="{50F32E06-EDFB-49F7-A021-8182980025DB}">
      <dgm:prSet phldrT="[Text]"/>
      <dgm:spPr/>
      <dgm:t>
        <a:bodyPr/>
        <a:lstStyle/>
        <a:p>
          <a:r>
            <a:rPr lang="en-US" dirty="0"/>
            <a:t>Lack of proactive identification of at-risk students</a:t>
          </a:r>
          <a:endParaRPr lang="en-IN" dirty="0"/>
        </a:p>
      </dgm:t>
    </dgm:pt>
    <dgm:pt modelId="{E8087E3E-8270-45DB-A7AD-73C0726A2882}" type="parTrans" cxnId="{E7A2D66D-F0A6-4041-8953-10F7454A8EC3}">
      <dgm:prSet/>
      <dgm:spPr/>
      <dgm:t>
        <a:bodyPr/>
        <a:lstStyle/>
        <a:p>
          <a:endParaRPr lang="en-IN"/>
        </a:p>
      </dgm:t>
    </dgm:pt>
    <dgm:pt modelId="{AC3C5A14-927A-43ED-ADAB-E50720980F93}" type="sibTrans" cxnId="{E7A2D66D-F0A6-4041-8953-10F7454A8EC3}">
      <dgm:prSet/>
      <dgm:spPr/>
      <dgm:t>
        <a:bodyPr/>
        <a:lstStyle/>
        <a:p>
          <a:endParaRPr lang="en-IN"/>
        </a:p>
      </dgm:t>
    </dgm:pt>
    <dgm:pt modelId="{7BE984CF-2622-4F67-9C2D-053FF3C169E1}">
      <dgm:prSet phldrT="[Text]"/>
      <dgm:spPr/>
      <dgm:t>
        <a:bodyPr/>
        <a:lstStyle/>
        <a:p>
          <a:r>
            <a:rPr lang="en-US" dirty="0"/>
            <a:t>Need for AI-driven mentoring and intervention</a:t>
          </a:r>
          <a:endParaRPr lang="en-IN" dirty="0"/>
        </a:p>
      </dgm:t>
    </dgm:pt>
    <dgm:pt modelId="{93B70D7A-CA57-4EBE-B8C4-3C88370A435E}" type="parTrans" cxnId="{2DF9440E-2771-4969-BC61-330FF1D47440}">
      <dgm:prSet/>
      <dgm:spPr/>
      <dgm:t>
        <a:bodyPr/>
        <a:lstStyle/>
        <a:p>
          <a:endParaRPr lang="en-IN"/>
        </a:p>
      </dgm:t>
    </dgm:pt>
    <dgm:pt modelId="{50557695-1B66-4542-9BAE-18E2C5556A53}" type="sibTrans" cxnId="{2DF9440E-2771-4969-BC61-330FF1D47440}">
      <dgm:prSet/>
      <dgm:spPr/>
      <dgm:t>
        <a:bodyPr/>
        <a:lstStyle/>
        <a:p>
          <a:endParaRPr lang="en-IN"/>
        </a:p>
      </dgm:t>
    </dgm:pt>
    <dgm:pt modelId="{E3F68491-5E14-4657-B1BB-19AC35587645}">
      <dgm:prSet phldrT="[Text]"/>
      <dgm:spPr/>
      <dgm:t>
        <a:bodyPr/>
        <a:lstStyle/>
        <a:p>
          <a:r>
            <a:rPr lang="en-US" dirty="0"/>
            <a:t>Requirement of interactive dashboards for decision-making</a:t>
          </a:r>
          <a:endParaRPr lang="en-IN" dirty="0"/>
        </a:p>
      </dgm:t>
    </dgm:pt>
    <dgm:pt modelId="{8F3116B9-D763-473C-B64C-429A1B78C30A}" type="parTrans" cxnId="{BC0D94F3-D043-4821-A58D-19F93B2064C0}">
      <dgm:prSet/>
      <dgm:spPr/>
      <dgm:t>
        <a:bodyPr/>
        <a:lstStyle/>
        <a:p>
          <a:endParaRPr lang="en-IN"/>
        </a:p>
      </dgm:t>
    </dgm:pt>
    <dgm:pt modelId="{5CFA5454-8D2D-4E90-A1BC-A48CF005F7D3}" type="sibTrans" cxnId="{BC0D94F3-D043-4821-A58D-19F93B2064C0}">
      <dgm:prSet/>
      <dgm:spPr/>
      <dgm:t>
        <a:bodyPr/>
        <a:lstStyle/>
        <a:p>
          <a:endParaRPr lang="en-IN"/>
        </a:p>
      </dgm:t>
    </dgm:pt>
    <dgm:pt modelId="{7D339BB5-7DAF-4571-B824-6D95C59A8D00}">
      <dgm:prSet phldrT="[Text]" custT="1"/>
      <dgm:spPr/>
      <dgm:t>
        <a:bodyPr/>
        <a:lstStyle/>
        <a:p>
          <a:pPr algn="ctr"/>
          <a:r>
            <a:rPr lang="en-US" sz="1800" b="1" dirty="0">
              <a:solidFill>
                <a:schemeClr val="tx2">
                  <a:lumMod val="50000"/>
                </a:schemeClr>
              </a:solidFill>
            </a:rPr>
            <a:t>Problem</a:t>
          </a:r>
          <a:r>
            <a:rPr lang="en-US" sz="1800" dirty="0">
              <a:solidFill>
                <a:schemeClr val="tx2">
                  <a:lumMod val="50000"/>
                </a:schemeClr>
              </a:solidFill>
            </a:rPr>
            <a:t> </a:t>
          </a:r>
          <a:r>
            <a:rPr lang="en-US" sz="1800" b="1" dirty="0">
              <a:solidFill>
                <a:schemeClr val="tx2">
                  <a:lumMod val="50000"/>
                </a:schemeClr>
              </a:solidFill>
            </a:rPr>
            <a:t>statement</a:t>
          </a:r>
          <a:endParaRPr lang="en-IN" sz="1800" b="1" dirty="0">
            <a:solidFill>
              <a:schemeClr val="tx2">
                <a:lumMod val="50000"/>
              </a:schemeClr>
            </a:solidFill>
          </a:endParaRPr>
        </a:p>
      </dgm:t>
    </dgm:pt>
    <dgm:pt modelId="{15DFBC6E-34EA-4F9E-B266-AE2AE0728960}" type="sibTrans" cxnId="{F418006C-5052-4EF2-93DF-47AFCE72F7B1}">
      <dgm:prSet/>
      <dgm:spPr/>
      <dgm:t>
        <a:bodyPr/>
        <a:lstStyle/>
        <a:p>
          <a:endParaRPr lang="en-IN"/>
        </a:p>
      </dgm:t>
    </dgm:pt>
    <dgm:pt modelId="{ECF8F9FA-3E1E-4F88-907F-670F949C9BA6}" type="parTrans" cxnId="{F418006C-5052-4EF2-93DF-47AFCE72F7B1}">
      <dgm:prSet/>
      <dgm:spPr/>
      <dgm:t>
        <a:bodyPr/>
        <a:lstStyle/>
        <a:p>
          <a:endParaRPr lang="en-IN"/>
        </a:p>
      </dgm:t>
    </dgm:pt>
    <dgm:pt modelId="{BB9E4A0A-4858-4737-90DE-53537243C632}" type="pres">
      <dgm:prSet presAssocID="{900529CE-7751-403C-BC4B-C58058A916C7}" presName="Name0" presStyleCnt="0">
        <dgm:presLayoutVars>
          <dgm:chMax/>
          <dgm:chPref/>
          <dgm:dir/>
        </dgm:presLayoutVars>
      </dgm:prSet>
      <dgm:spPr/>
    </dgm:pt>
    <dgm:pt modelId="{CBE50B27-3D47-4B70-BE32-1FA362240D70}" type="pres">
      <dgm:prSet presAssocID="{7D339BB5-7DAF-4571-B824-6D95C59A8D00}" presName="parenttextcomposite" presStyleCnt="0"/>
      <dgm:spPr/>
    </dgm:pt>
    <dgm:pt modelId="{F3346BF1-BF69-4354-8C7F-7D75F88DF640}" type="pres">
      <dgm:prSet presAssocID="{7D339BB5-7DAF-4571-B824-6D95C59A8D00}" presName="parenttext" presStyleLbl="revTx" presStyleIdx="0" presStyleCnt="3" custLinFactNeighborX="-436" custLinFactNeighborY="-12267">
        <dgm:presLayoutVars>
          <dgm:chMax/>
          <dgm:chPref val="2"/>
          <dgm:bulletEnabled val="1"/>
        </dgm:presLayoutVars>
      </dgm:prSet>
      <dgm:spPr/>
    </dgm:pt>
    <dgm:pt modelId="{D25A2536-A8CB-4E1F-ABED-E4FB08D84942}" type="pres">
      <dgm:prSet presAssocID="{7D339BB5-7DAF-4571-B824-6D95C59A8D00}" presName="composite" presStyleCnt="0"/>
      <dgm:spPr/>
    </dgm:pt>
    <dgm:pt modelId="{C9AEC06F-E69C-4342-8712-96E14BACCE59}" type="pres">
      <dgm:prSet presAssocID="{7D339BB5-7DAF-4571-B824-6D95C59A8D00}" presName="chevron1" presStyleLbl="alignNode1" presStyleIdx="0" presStyleCnt="21"/>
      <dgm:spPr/>
    </dgm:pt>
    <dgm:pt modelId="{91839009-B7A6-4616-BB5A-6CD190E16162}" type="pres">
      <dgm:prSet presAssocID="{7D339BB5-7DAF-4571-B824-6D95C59A8D00}" presName="chevron2" presStyleLbl="alignNode1" presStyleIdx="1" presStyleCnt="21"/>
      <dgm:spPr/>
    </dgm:pt>
    <dgm:pt modelId="{1B48C41F-7695-4430-8CBE-15005327562D}" type="pres">
      <dgm:prSet presAssocID="{7D339BB5-7DAF-4571-B824-6D95C59A8D00}" presName="chevron3" presStyleLbl="alignNode1" presStyleIdx="2" presStyleCnt="21"/>
      <dgm:spPr/>
    </dgm:pt>
    <dgm:pt modelId="{7A15D893-B363-41E1-A0D0-2FE56743985C}" type="pres">
      <dgm:prSet presAssocID="{7D339BB5-7DAF-4571-B824-6D95C59A8D00}" presName="chevron4" presStyleLbl="alignNode1" presStyleIdx="3" presStyleCnt="21"/>
      <dgm:spPr/>
    </dgm:pt>
    <dgm:pt modelId="{4920B300-E878-4AE7-AD3B-9A3C5E61FE74}" type="pres">
      <dgm:prSet presAssocID="{7D339BB5-7DAF-4571-B824-6D95C59A8D00}" presName="chevron5" presStyleLbl="alignNode1" presStyleIdx="4" presStyleCnt="21"/>
      <dgm:spPr/>
    </dgm:pt>
    <dgm:pt modelId="{229B56FB-4E5F-42BF-8E95-D5FB4C75C386}" type="pres">
      <dgm:prSet presAssocID="{7D339BB5-7DAF-4571-B824-6D95C59A8D00}" presName="chevron6" presStyleLbl="alignNode1" presStyleIdx="5" presStyleCnt="21"/>
      <dgm:spPr/>
    </dgm:pt>
    <dgm:pt modelId="{9C283949-0776-41F0-851B-BFE6F6777AD3}" type="pres">
      <dgm:prSet presAssocID="{7D339BB5-7DAF-4571-B824-6D95C59A8D00}" presName="chevron7" presStyleLbl="alignNode1" presStyleIdx="6" presStyleCnt="21"/>
      <dgm:spPr/>
    </dgm:pt>
    <dgm:pt modelId="{8FFC4694-C251-4AC7-B213-6F94748317D3}" type="pres">
      <dgm:prSet presAssocID="{7D339BB5-7DAF-4571-B824-6D95C59A8D00}" presName="childtext" presStyleLbl="solidFgAcc1" presStyleIdx="0" presStyleCnt="2">
        <dgm:presLayoutVars>
          <dgm:chMax/>
          <dgm:chPref val="0"/>
          <dgm:bulletEnabled val="1"/>
        </dgm:presLayoutVars>
      </dgm:prSet>
      <dgm:spPr/>
    </dgm:pt>
    <dgm:pt modelId="{792193E1-7812-469B-8F6E-2897A1ACABF9}" type="pres">
      <dgm:prSet presAssocID="{15DFBC6E-34EA-4F9E-B266-AE2AE0728960}" presName="sibTrans" presStyleCnt="0"/>
      <dgm:spPr/>
    </dgm:pt>
    <dgm:pt modelId="{727ED500-6830-42C2-AB7D-C448C1FB70CF}" type="pres">
      <dgm:prSet presAssocID="{50F32E06-EDFB-49F7-A021-8182980025DB}" presName="parenttextcomposite" presStyleCnt="0"/>
      <dgm:spPr/>
    </dgm:pt>
    <dgm:pt modelId="{022027FC-E4C2-4F63-8D03-6943CE8482C5}" type="pres">
      <dgm:prSet presAssocID="{50F32E06-EDFB-49F7-A021-8182980025DB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F1495FDF-45B9-4479-BB9B-13D8589B166C}" type="pres">
      <dgm:prSet presAssocID="{50F32E06-EDFB-49F7-A021-8182980025DB}" presName="composite" presStyleCnt="0"/>
      <dgm:spPr/>
    </dgm:pt>
    <dgm:pt modelId="{5D88F256-7724-4243-AA4B-75F9A9FF8861}" type="pres">
      <dgm:prSet presAssocID="{50F32E06-EDFB-49F7-A021-8182980025DB}" presName="chevron1" presStyleLbl="alignNode1" presStyleIdx="7" presStyleCnt="21"/>
      <dgm:spPr/>
    </dgm:pt>
    <dgm:pt modelId="{B3663B33-3DEE-485E-9306-40044DB3367F}" type="pres">
      <dgm:prSet presAssocID="{50F32E06-EDFB-49F7-A021-8182980025DB}" presName="chevron2" presStyleLbl="alignNode1" presStyleIdx="8" presStyleCnt="21"/>
      <dgm:spPr/>
    </dgm:pt>
    <dgm:pt modelId="{A6E09807-3C53-43F4-801F-4D4BA8548002}" type="pres">
      <dgm:prSet presAssocID="{50F32E06-EDFB-49F7-A021-8182980025DB}" presName="chevron3" presStyleLbl="alignNode1" presStyleIdx="9" presStyleCnt="21"/>
      <dgm:spPr/>
    </dgm:pt>
    <dgm:pt modelId="{FE0DD2F7-54ED-4F33-8D04-23379D6BC539}" type="pres">
      <dgm:prSet presAssocID="{50F32E06-EDFB-49F7-A021-8182980025DB}" presName="chevron4" presStyleLbl="alignNode1" presStyleIdx="10" presStyleCnt="21"/>
      <dgm:spPr/>
    </dgm:pt>
    <dgm:pt modelId="{DE5402E4-54D3-42A7-9E95-15628C551340}" type="pres">
      <dgm:prSet presAssocID="{50F32E06-EDFB-49F7-A021-8182980025DB}" presName="chevron5" presStyleLbl="alignNode1" presStyleIdx="11" presStyleCnt="21"/>
      <dgm:spPr/>
    </dgm:pt>
    <dgm:pt modelId="{24387841-A741-48C0-8119-0A53935A3EFB}" type="pres">
      <dgm:prSet presAssocID="{50F32E06-EDFB-49F7-A021-8182980025DB}" presName="chevron6" presStyleLbl="alignNode1" presStyleIdx="12" presStyleCnt="21"/>
      <dgm:spPr/>
    </dgm:pt>
    <dgm:pt modelId="{FB464CD5-F398-466A-A051-CB525DC3867F}" type="pres">
      <dgm:prSet presAssocID="{50F32E06-EDFB-49F7-A021-8182980025DB}" presName="chevron7" presStyleLbl="alignNode1" presStyleIdx="13" presStyleCnt="21"/>
      <dgm:spPr/>
    </dgm:pt>
    <dgm:pt modelId="{554ED27B-C2A2-40D9-AA30-40A56EDFCABA}" type="pres">
      <dgm:prSet presAssocID="{50F32E06-EDFB-49F7-A021-8182980025DB}" presName="childtext" presStyleLbl="solidFgAcc1" presStyleIdx="1" presStyleCnt="2">
        <dgm:presLayoutVars>
          <dgm:chMax/>
          <dgm:chPref val="0"/>
          <dgm:bulletEnabled val="1"/>
        </dgm:presLayoutVars>
      </dgm:prSet>
      <dgm:spPr/>
    </dgm:pt>
    <dgm:pt modelId="{CA56D5AB-F91F-4728-9FB0-CF93146F8FAB}" type="pres">
      <dgm:prSet presAssocID="{AC3C5A14-927A-43ED-ADAB-E50720980F93}" presName="sibTrans" presStyleCnt="0"/>
      <dgm:spPr/>
    </dgm:pt>
    <dgm:pt modelId="{9F26F034-8A9F-452C-84A1-EF63681EB50A}" type="pres">
      <dgm:prSet presAssocID="{E3F68491-5E14-4657-B1BB-19AC35587645}" presName="parenttextcomposite" presStyleCnt="0"/>
      <dgm:spPr/>
    </dgm:pt>
    <dgm:pt modelId="{02EB02B6-15F9-4563-8642-2B36CD862087}" type="pres">
      <dgm:prSet presAssocID="{E3F68491-5E14-4657-B1BB-19AC35587645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17A8AD2D-B356-4AE1-BD41-0DAB63EAB397}" type="pres">
      <dgm:prSet presAssocID="{E3F68491-5E14-4657-B1BB-19AC35587645}" presName="parallelogramComposite" presStyleCnt="0"/>
      <dgm:spPr/>
    </dgm:pt>
    <dgm:pt modelId="{B0FFDA32-2878-420E-84C3-B4CBFB355F01}" type="pres">
      <dgm:prSet presAssocID="{E3F68491-5E14-4657-B1BB-19AC35587645}" presName="parallelogram1" presStyleLbl="alignNode1" presStyleIdx="14" presStyleCnt="21"/>
      <dgm:spPr/>
    </dgm:pt>
    <dgm:pt modelId="{866BD788-880F-4B09-B83B-D988C1294E10}" type="pres">
      <dgm:prSet presAssocID="{E3F68491-5E14-4657-B1BB-19AC35587645}" presName="parallelogram2" presStyleLbl="alignNode1" presStyleIdx="15" presStyleCnt="21"/>
      <dgm:spPr/>
    </dgm:pt>
    <dgm:pt modelId="{13A46AAA-C3F1-42E2-ADA8-C6A76CDC75F6}" type="pres">
      <dgm:prSet presAssocID="{E3F68491-5E14-4657-B1BB-19AC35587645}" presName="parallelogram3" presStyleLbl="alignNode1" presStyleIdx="16" presStyleCnt="21"/>
      <dgm:spPr/>
    </dgm:pt>
    <dgm:pt modelId="{5DD0D69D-64C7-4B66-91B3-577EC664CCE1}" type="pres">
      <dgm:prSet presAssocID="{E3F68491-5E14-4657-B1BB-19AC35587645}" presName="parallelogram4" presStyleLbl="alignNode1" presStyleIdx="17" presStyleCnt="21"/>
      <dgm:spPr/>
    </dgm:pt>
    <dgm:pt modelId="{22D9CBC2-CCBE-40AA-BE45-EE95A74EDFCC}" type="pres">
      <dgm:prSet presAssocID="{E3F68491-5E14-4657-B1BB-19AC35587645}" presName="parallelogram5" presStyleLbl="alignNode1" presStyleIdx="18" presStyleCnt="21"/>
      <dgm:spPr/>
    </dgm:pt>
    <dgm:pt modelId="{2DA715AA-A7F3-4E86-B61D-5382DC033585}" type="pres">
      <dgm:prSet presAssocID="{E3F68491-5E14-4657-B1BB-19AC35587645}" presName="parallelogram6" presStyleLbl="alignNode1" presStyleIdx="19" presStyleCnt="21"/>
      <dgm:spPr/>
    </dgm:pt>
    <dgm:pt modelId="{391AEE2F-86E7-4B6F-81CF-9A8E795880CA}" type="pres">
      <dgm:prSet presAssocID="{E3F68491-5E14-4657-B1BB-19AC35587645}" presName="parallelogram7" presStyleLbl="alignNode1" presStyleIdx="20" presStyleCnt="21"/>
      <dgm:spPr/>
    </dgm:pt>
  </dgm:ptLst>
  <dgm:cxnLst>
    <dgm:cxn modelId="{2DF9440E-2771-4969-BC61-330FF1D47440}" srcId="{50F32E06-EDFB-49F7-A021-8182980025DB}" destId="{7BE984CF-2622-4F67-9C2D-053FF3C169E1}" srcOrd="0" destOrd="0" parTransId="{93B70D7A-CA57-4EBE-B8C4-3C88370A435E}" sibTransId="{50557695-1B66-4542-9BAE-18E2C5556A53}"/>
    <dgm:cxn modelId="{B7602014-3F13-45F6-A5D9-D0225936C275}" type="presOf" srcId="{7D339BB5-7DAF-4571-B824-6D95C59A8D00}" destId="{F3346BF1-BF69-4354-8C7F-7D75F88DF640}" srcOrd="0" destOrd="0" presId="urn:microsoft.com/office/officeart/2008/layout/VerticalAccentList"/>
    <dgm:cxn modelId="{5A99A629-7DF0-4764-9AC5-077850B693BB}" type="presOf" srcId="{7BE984CF-2622-4F67-9C2D-053FF3C169E1}" destId="{554ED27B-C2A2-40D9-AA30-40A56EDFCABA}" srcOrd="0" destOrd="0" presId="urn:microsoft.com/office/officeart/2008/layout/VerticalAccentList"/>
    <dgm:cxn modelId="{741A076A-B740-44C3-8454-6EC9C8897C2F}" srcId="{7D339BB5-7DAF-4571-B824-6D95C59A8D00}" destId="{CE141574-ED34-4E3A-90B8-731A9E9D8069}" srcOrd="0" destOrd="0" parTransId="{FC863D06-44CA-4F0A-8C08-BD49B0F5F49F}" sibTransId="{722EEB02-06D2-4D4D-B84D-3BD5A257B687}"/>
    <dgm:cxn modelId="{F418006C-5052-4EF2-93DF-47AFCE72F7B1}" srcId="{900529CE-7751-403C-BC4B-C58058A916C7}" destId="{7D339BB5-7DAF-4571-B824-6D95C59A8D00}" srcOrd="0" destOrd="0" parTransId="{ECF8F9FA-3E1E-4F88-907F-670F949C9BA6}" sibTransId="{15DFBC6E-34EA-4F9E-B266-AE2AE0728960}"/>
    <dgm:cxn modelId="{E7A2D66D-F0A6-4041-8953-10F7454A8EC3}" srcId="{900529CE-7751-403C-BC4B-C58058A916C7}" destId="{50F32E06-EDFB-49F7-A021-8182980025DB}" srcOrd="1" destOrd="0" parTransId="{E8087E3E-8270-45DB-A7AD-73C0726A2882}" sibTransId="{AC3C5A14-927A-43ED-ADAB-E50720980F93}"/>
    <dgm:cxn modelId="{842BEB96-5A12-4463-9175-8665DB0736F7}" type="presOf" srcId="{CE141574-ED34-4E3A-90B8-731A9E9D8069}" destId="{8FFC4694-C251-4AC7-B213-6F94748317D3}" srcOrd="0" destOrd="0" presId="urn:microsoft.com/office/officeart/2008/layout/VerticalAccentList"/>
    <dgm:cxn modelId="{79BC4E99-F9EB-4275-8B9F-985F5666E0CD}" type="presOf" srcId="{E3F68491-5E14-4657-B1BB-19AC35587645}" destId="{02EB02B6-15F9-4563-8642-2B36CD862087}" srcOrd="0" destOrd="0" presId="urn:microsoft.com/office/officeart/2008/layout/VerticalAccentList"/>
    <dgm:cxn modelId="{3625B2CF-CCCC-4079-9B39-BF542ACE9C0D}" type="presOf" srcId="{50F32E06-EDFB-49F7-A021-8182980025DB}" destId="{022027FC-E4C2-4F63-8D03-6943CE8482C5}" srcOrd="0" destOrd="0" presId="urn:microsoft.com/office/officeart/2008/layout/VerticalAccentList"/>
    <dgm:cxn modelId="{292127D6-A8D7-49A3-8767-82EA8AFCB1AD}" type="presOf" srcId="{900529CE-7751-403C-BC4B-C58058A916C7}" destId="{BB9E4A0A-4858-4737-90DE-53537243C632}" srcOrd="0" destOrd="0" presId="urn:microsoft.com/office/officeart/2008/layout/VerticalAccentList"/>
    <dgm:cxn modelId="{BC0D94F3-D043-4821-A58D-19F93B2064C0}" srcId="{900529CE-7751-403C-BC4B-C58058A916C7}" destId="{E3F68491-5E14-4657-B1BB-19AC35587645}" srcOrd="2" destOrd="0" parTransId="{8F3116B9-D763-473C-B64C-429A1B78C30A}" sibTransId="{5CFA5454-8D2D-4E90-A1BC-A48CF005F7D3}"/>
    <dgm:cxn modelId="{6C0C20A6-1362-4C52-9C8D-93244CC42877}" type="presParOf" srcId="{BB9E4A0A-4858-4737-90DE-53537243C632}" destId="{CBE50B27-3D47-4B70-BE32-1FA362240D70}" srcOrd="0" destOrd="0" presId="urn:microsoft.com/office/officeart/2008/layout/VerticalAccentList"/>
    <dgm:cxn modelId="{A3BD49F8-062A-4010-B118-006FB64174B2}" type="presParOf" srcId="{CBE50B27-3D47-4B70-BE32-1FA362240D70}" destId="{F3346BF1-BF69-4354-8C7F-7D75F88DF640}" srcOrd="0" destOrd="0" presId="urn:microsoft.com/office/officeart/2008/layout/VerticalAccentList"/>
    <dgm:cxn modelId="{92E8F610-B3BA-459C-B308-91EDC8430976}" type="presParOf" srcId="{BB9E4A0A-4858-4737-90DE-53537243C632}" destId="{D25A2536-A8CB-4E1F-ABED-E4FB08D84942}" srcOrd="1" destOrd="0" presId="urn:microsoft.com/office/officeart/2008/layout/VerticalAccentList"/>
    <dgm:cxn modelId="{BEE368D3-28A2-4BBF-BD40-6DBCF9E13A10}" type="presParOf" srcId="{D25A2536-A8CB-4E1F-ABED-E4FB08D84942}" destId="{C9AEC06F-E69C-4342-8712-96E14BACCE59}" srcOrd="0" destOrd="0" presId="urn:microsoft.com/office/officeart/2008/layout/VerticalAccentList"/>
    <dgm:cxn modelId="{C5471CAB-FF91-4470-8DFC-F530831D4D87}" type="presParOf" srcId="{D25A2536-A8CB-4E1F-ABED-E4FB08D84942}" destId="{91839009-B7A6-4616-BB5A-6CD190E16162}" srcOrd="1" destOrd="0" presId="urn:microsoft.com/office/officeart/2008/layout/VerticalAccentList"/>
    <dgm:cxn modelId="{190B065D-F6FB-4FF8-82CE-CC0435CBB390}" type="presParOf" srcId="{D25A2536-A8CB-4E1F-ABED-E4FB08D84942}" destId="{1B48C41F-7695-4430-8CBE-15005327562D}" srcOrd="2" destOrd="0" presId="urn:microsoft.com/office/officeart/2008/layout/VerticalAccentList"/>
    <dgm:cxn modelId="{1E1392FC-C8B5-46DD-86B6-9ACDEB299A46}" type="presParOf" srcId="{D25A2536-A8CB-4E1F-ABED-E4FB08D84942}" destId="{7A15D893-B363-41E1-A0D0-2FE56743985C}" srcOrd="3" destOrd="0" presId="urn:microsoft.com/office/officeart/2008/layout/VerticalAccentList"/>
    <dgm:cxn modelId="{6AA05DF3-0E57-4372-A439-ABC99A747972}" type="presParOf" srcId="{D25A2536-A8CB-4E1F-ABED-E4FB08D84942}" destId="{4920B300-E878-4AE7-AD3B-9A3C5E61FE74}" srcOrd="4" destOrd="0" presId="urn:microsoft.com/office/officeart/2008/layout/VerticalAccentList"/>
    <dgm:cxn modelId="{345AF76D-B647-4B6F-9419-87E0F7FCAD96}" type="presParOf" srcId="{D25A2536-A8CB-4E1F-ABED-E4FB08D84942}" destId="{229B56FB-4E5F-42BF-8E95-D5FB4C75C386}" srcOrd="5" destOrd="0" presId="urn:microsoft.com/office/officeart/2008/layout/VerticalAccentList"/>
    <dgm:cxn modelId="{5541B303-AC12-4640-A536-983DBBCF6644}" type="presParOf" srcId="{D25A2536-A8CB-4E1F-ABED-E4FB08D84942}" destId="{9C283949-0776-41F0-851B-BFE6F6777AD3}" srcOrd="6" destOrd="0" presId="urn:microsoft.com/office/officeart/2008/layout/VerticalAccentList"/>
    <dgm:cxn modelId="{A0672992-EA79-4402-A799-05E94F56C8CA}" type="presParOf" srcId="{D25A2536-A8CB-4E1F-ABED-E4FB08D84942}" destId="{8FFC4694-C251-4AC7-B213-6F94748317D3}" srcOrd="7" destOrd="0" presId="urn:microsoft.com/office/officeart/2008/layout/VerticalAccentList"/>
    <dgm:cxn modelId="{B75B458D-ACD5-400F-9935-D091C11CF17B}" type="presParOf" srcId="{BB9E4A0A-4858-4737-90DE-53537243C632}" destId="{792193E1-7812-469B-8F6E-2897A1ACABF9}" srcOrd="2" destOrd="0" presId="urn:microsoft.com/office/officeart/2008/layout/VerticalAccentList"/>
    <dgm:cxn modelId="{76A2A38F-1D42-484F-BADC-3B0FE4CFFBEC}" type="presParOf" srcId="{BB9E4A0A-4858-4737-90DE-53537243C632}" destId="{727ED500-6830-42C2-AB7D-C448C1FB70CF}" srcOrd="3" destOrd="0" presId="urn:microsoft.com/office/officeart/2008/layout/VerticalAccentList"/>
    <dgm:cxn modelId="{1444B8CD-B840-4F3B-8FCD-8EC38AA7A900}" type="presParOf" srcId="{727ED500-6830-42C2-AB7D-C448C1FB70CF}" destId="{022027FC-E4C2-4F63-8D03-6943CE8482C5}" srcOrd="0" destOrd="0" presId="urn:microsoft.com/office/officeart/2008/layout/VerticalAccentList"/>
    <dgm:cxn modelId="{676B6B98-F19F-4D04-87F6-C2A90F7333D3}" type="presParOf" srcId="{BB9E4A0A-4858-4737-90DE-53537243C632}" destId="{F1495FDF-45B9-4479-BB9B-13D8589B166C}" srcOrd="4" destOrd="0" presId="urn:microsoft.com/office/officeart/2008/layout/VerticalAccentList"/>
    <dgm:cxn modelId="{A828DDB6-13A0-4AE4-B46C-B216D23EDB24}" type="presParOf" srcId="{F1495FDF-45B9-4479-BB9B-13D8589B166C}" destId="{5D88F256-7724-4243-AA4B-75F9A9FF8861}" srcOrd="0" destOrd="0" presId="urn:microsoft.com/office/officeart/2008/layout/VerticalAccentList"/>
    <dgm:cxn modelId="{9A2B938B-CFA5-456F-8C41-CE61DF0C1299}" type="presParOf" srcId="{F1495FDF-45B9-4479-BB9B-13D8589B166C}" destId="{B3663B33-3DEE-485E-9306-40044DB3367F}" srcOrd="1" destOrd="0" presId="urn:microsoft.com/office/officeart/2008/layout/VerticalAccentList"/>
    <dgm:cxn modelId="{B22D164A-6C4D-40F9-8638-A28587820A34}" type="presParOf" srcId="{F1495FDF-45B9-4479-BB9B-13D8589B166C}" destId="{A6E09807-3C53-43F4-801F-4D4BA8548002}" srcOrd="2" destOrd="0" presId="urn:microsoft.com/office/officeart/2008/layout/VerticalAccentList"/>
    <dgm:cxn modelId="{F296A4E4-323E-4CB5-87CF-84F94CB8B84B}" type="presParOf" srcId="{F1495FDF-45B9-4479-BB9B-13D8589B166C}" destId="{FE0DD2F7-54ED-4F33-8D04-23379D6BC539}" srcOrd="3" destOrd="0" presId="urn:microsoft.com/office/officeart/2008/layout/VerticalAccentList"/>
    <dgm:cxn modelId="{0E4061F1-A532-4FFA-AEC2-DCB70F1DCA93}" type="presParOf" srcId="{F1495FDF-45B9-4479-BB9B-13D8589B166C}" destId="{DE5402E4-54D3-42A7-9E95-15628C551340}" srcOrd="4" destOrd="0" presId="urn:microsoft.com/office/officeart/2008/layout/VerticalAccentList"/>
    <dgm:cxn modelId="{054CD0A0-6400-48E8-98CD-69F28F72A323}" type="presParOf" srcId="{F1495FDF-45B9-4479-BB9B-13D8589B166C}" destId="{24387841-A741-48C0-8119-0A53935A3EFB}" srcOrd="5" destOrd="0" presId="urn:microsoft.com/office/officeart/2008/layout/VerticalAccentList"/>
    <dgm:cxn modelId="{97D93BA7-BF15-47BC-B806-5840145D5C1E}" type="presParOf" srcId="{F1495FDF-45B9-4479-BB9B-13D8589B166C}" destId="{FB464CD5-F398-466A-A051-CB525DC3867F}" srcOrd="6" destOrd="0" presId="urn:microsoft.com/office/officeart/2008/layout/VerticalAccentList"/>
    <dgm:cxn modelId="{85916A35-0AA9-4190-BB91-5E059AEB7731}" type="presParOf" srcId="{F1495FDF-45B9-4479-BB9B-13D8589B166C}" destId="{554ED27B-C2A2-40D9-AA30-40A56EDFCABA}" srcOrd="7" destOrd="0" presId="urn:microsoft.com/office/officeart/2008/layout/VerticalAccentList"/>
    <dgm:cxn modelId="{853FC439-EF1F-46EB-A518-51C2C7EB5982}" type="presParOf" srcId="{BB9E4A0A-4858-4737-90DE-53537243C632}" destId="{CA56D5AB-F91F-4728-9FB0-CF93146F8FAB}" srcOrd="5" destOrd="0" presId="urn:microsoft.com/office/officeart/2008/layout/VerticalAccentList"/>
    <dgm:cxn modelId="{AF03433E-39B8-424A-ABAB-0F2340274690}" type="presParOf" srcId="{BB9E4A0A-4858-4737-90DE-53537243C632}" destId="{9F26F034-8A9F-452C-84A1-EF63681EB50A}" srcOrd="6" destOrd="0" presId="urn:microsoft.com/office/officeart/2008/layout/VerticalAccentList"/>
    <dgm:cxn modelId="{587BFCE6-3C31-405D-AEDA-771B9B2F491E}" type="presParOf" srcId="{9F26F034-8A9F-452C-84A1-EF63681EB50A}" destId="{02EB02B6-15F9-4563-8642-2B36CD862087}" srcOrd="0" destOrd="0" presId="urn:microsoft.com/office/officeart/2008/layout/VerticalAccentList"/>
    <dgm:cxn modelId="{6CC5A2FF-3EB6-4B83-B26A-45E9703D3A53}" type="presParOf" srcId="{BB9E4A0A-4858-4737-90DE-53537243C632}" destId="{17A8AD2D-B356-4AE1-BD41-0DAB63EAB397}" srcOrd="7" destOrd="0" presId="urn:microsoft.com/office/officeart/2008/layout/VerticalAccentList"/>
    <dgm:cxn modelId="{F62B7B9C-62F6-4D93-8BBC-770B1B6229E3}" type="presParOf" srcId="{17A8AD2D-B356-4AE1-BD41-0DAB63EAB397}" destId="{B0FFDA32-2878-420E-84C3-B4CBFB355F01}" srcOrd="0" destOrd="0" presId="urn:microsoft.com/office/officeart/2008/layout/VerticalAccentList"/>
    <dgm:cxn modelId="{449C857F-6891-4147-80D7-8F19ED33D4F3}" type="presParOf" srcId="{17A8AD2D-B356-4AE1-BD41-0DAB63EAB397}" destId="{866BD788-880F-4B09-B83B-D988C1294E10}" srcOrd="1" destOrd="0" presId="urn:microsoft.com/office/officeart/2008/layout/VerticalAccentList"/>
    <dgm:cxn modelId="{EAB9BD75-5000-4EC8-98D9-DEAA5AE77A48}" type="presParOf" srcId="{17A8AD2D-B356-4AE1-BD41-0DAB63EAB397}" destId="{13A46AAA-C3F1-42E2-ADA8-C6A76CDC75F6}" srcOrd="2" destOrd="0" presId="urn:microsoft.com/office/officeart/2008/layout/VerticalAccentList"/>
    <dgm:cxn modelId="{92BEF112-26A7-4FEE-9EDE-9A8BBE216451}" type="presParOf" srcId="{17A8AD2D-B356-4AE1-BD41-0DAB63EAB397}" destId="{5DD0D69D-64C7-4B66-91B3-577EC664CCE1}" srcOrd="3" destOrd="0" presId="urn:microsoft.com/office/officeart/2008/layout/VerticalAccentList"/>
    <dgm:cxn modelId="{E7D6635B-3B34-4115-B86B-FECCAD67C36A}" type="presParOf" srcId="{17A8AD2D-B356-4AE1-BD41-0DAB63EAB397}" destId="{22D9CBC2-CCBE-40AA-BE45-EE95A74EDFCC}" srcOrd="4" destOrd="0" presId="urn:microsoft.com/office/officeart/2008/layout/VerticalAccentList"/>
    <dgm:cxn modelId="{47F64025-FC84-4574-AE8C-D5FED7F1BFED}" type="presParOf" srcId="{17A8AD2D-B356-4AE1-BD41-0DAB63EAB397}" destId="{2DA715AA-A7F3-4E86-B61D-5382DC033585}" srcOrd="5" destOrd="0" presId="urn:microsoft.com/office/officeart/2008/layout/VerticalAccentList"/>
    <dgm:cxn modelId="{25D4C9D9-2477-47D0-A398-462FFAD465F1}" type="presParOf" srcId="{17A8AD2D-B356-4AE1-BD41-0DAB63EAB397}" destId="{391AEE2F-86E7-4B6F-81CF-9A8E795880CA}" srcOrd="6" destOrd="0" presId="urn:microsoft.com/office/officeart/2008/layout/VerticalAccentList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0529CE-7751-403C-BC4B-C58058A916C7}" type="doc">
      <dgm:prSet loTypeId="urn:microsoft.com/office/officeart/2008/layout/VerticalAccent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CE141574-ED34-4E3A-90B8-731A9E9D8069}">
      <dgm:prSet phldrT="[Text]"/>
      <dgm:spPr/>
      <dgm:t>
        <a:bodyPr/>
        <a:lstStyle/>
        <a:p>
          <a:endParaRPr lang="en-IN" sz="900" dirty="0"/>
        </a:p>
      </dgm:t>
    </dgm:pt>
    <dgm:pt modelId="{FC863D06-44CA-4F0A-8C08-BD49B0F5F49F}" type="parTrans" cxnId="{741A076A-B740-44C3-8454-6EC9C8897C2F}">
      <dgm:prSet/>
      <dgm:spPr/>
      <dgm:t>
        <a:bodyPr/>
        <a:lstStyle/>
        <a:p>
          <a:endParaRPr lang="en-IN"/>
        </a:p>
      </dgm:t>
    </dgm:pt>
    <dgm:pt modelId="{722EEB02-06D2-4D4D-B84D-3BD5A257B687}" type="sibTrans" cxnId="{741A076A-B740-44C3-8454-6EC9C8897C2F}">
      <dgm:prSet/>
      <dgm:spPr/>
      <dgm:t>
        <a:bodyPr/>
        <a:lstStyle/>
        <a:p>
          <a:endParaRPr lang="en-IN"/>
        </a:p>
      </dgm:t>
    </dgm:pt>
    <dgm:pt modelId="{50F32E06-EDFB-49F7-A021-8182980025DB}">
      <dgm:prSet phldrT="[Text]" custT="1"/>
      <dgm:spPr/>
      <dgm:t>
        <a:bodyPr anchor="ctr"/>
        <a:lstStyle/>
        <a:p>
          <a:r>
            <a:rPr lang="en-IN" sz="1300" dirty="0"/>
            <a:t>Student data management (manual &amp; import)</a:t>
          </a:r>
        </a:p>
      </dgm:t>
    </dgm:pt>
    <dgm:pt modelId="{E8087E3E-8270-45DB-A7AD-73C0726A2882}" type="parTrans" cxnId="{E7A2D66D-F0A6-4041-8953-10F7454A8EC3}">
      <dgm:prSet/>
      <dgm:spPr/>
      <dgm:t>
        <a:bodyPr/>
        <a:lstStyle/>
        <a:p>
          <a:endParaRPr lang="en-IN"/>
        </a:p>
      </dgm:t>
    </dgm:pt>
    <dgm:pt modelId="{AC3C5A14-927A-43ED-ADAB-E50720980F93}" type="sibTrans" cxnId="{E7A2D66D-F0A6-4041-8953-10F7454A8EC3}">
      <dgm:prSet/>
      <dgm:spPr/>
      <dgm:t>
        <a:bodyPr/>
        <a:lstStyle/>
        <a:p>
          <a:endParaRPr lang="en-IN"/>
        </a:p>
      </dgm:t>
    </dgm:pt>
    <dgm:pt modelId="{7BE984CF-2622-4F67-9C2D-053FF3C169E1}">
      <dgm:prSet phldrT="[Text]" custT="1"/>
      <dgm:spPr/>
      <dgm:t>
        <a:bodyPr/>
        <a:lstStyle/>
        <a:p>
          <a:r>
            <a:rPr lang="en-IN" sz="1300" dirty="0"/>
            <a:t>Risk classification engine</a:t>
          </a:r>
        </a:p>
      </dgm:t>
    </dgm:pt>
    <dgm:pt modelId="{93B70D7A-CA57-4EBE-B8C4-3C88370A435E}" type="parTrans" cxnId="{2DF9440E-2771-4969-BC61-330FF1D47440}">
      <dgm:prSet/>
      <dgm:spPr/>
      <dgm:t>
        <a:bodyPr/>
        <a:lstStyle/>
        <a:p>
          <a:endParaRPr lang="en-IN"/>
        </a:p>
      </dgm:t>
    </dgm:pt>
    <dgm:pt modelId="{50557695-1B66-4542-9BAE-18E2C5556A53}" type="sibTrans" cxnId="{2DF9440E-2771-4969-BC61-330FF1D47440}">
      <dgm:prSet/>
      <dgm:spPr/>
      <dgm:t>
        <a:bodyPr/>
        <a:lstStyle/>
        <a:p>
          <a:endParaRPr lang="en-IN"/>
        </a:p>
      </dgm:t>
    </dgm:pt>
    <dgm:pt modelId="{E3F68491-5E14-4657-B1BB-19AC35587645}">
      <dgm:prSet phldrT="[Text]" custT="1"/>
      <dgm:spPr/>
      <dgm:t>
        <a:bodyPr/>
        <a:lstStyle/>
        <a:p>
          <a:r>
            <a:rPr lang="en-IN" sz="1300" dirty="0"/>
            <a:t>AI-generated intervention strategies and </a:t>
          </a:r>
          <a:r>
            <a:rPr lang="en-US" sz="1300" dirty="0"/>
            <a:t>Interactive dashboard with KPIs &amp; charts</a:t>
          </a:r>
          <a:endParaRPr lang="en-IN" sz="1300" dirty="0"/>
        </a:p>
      </dgm:t>
    </dgm:pt>
    <dgm:pt modelId="{8F3116B9-D763-473C-B64C-429A1B78C30A}" type="parTrans" cxnId="{BC0D94F3-D043-4821-A58D-19F93B2064C0}">
      <dgm:prSet/>
      <dgm:spPr/>
      <dgm:t>
        <a:bodyPr/>
        <a:lstStyle/>
        <a:p>
          <a:endParaRPr lang="en-IN"/>
        </a:p>
      </dgm:t>
    </dgm:pt>
    <dgm:pt modelId="{5CFA5454-8D2D-4E90-A1BC-A48CF005F7D3}" type="sibTrans" cxnId="{BC0D94F3-D043-4821-A58D-19F93B2064C0}">
      <dgm:prSet/>
      <dgm:spPr/>
      <dgm:t>
        <a:bodyPr/>
        <a:lstStyle/>
        <a:p>
          <a:endParaRPr lang="en-IN"/>
        </a:p>
      </dgm:t>
    </dgm:pt>
    <dgm:pt modelId="{7D339BB5-7DAF-4571-B824-6D95C59A8D00}">
      <dgm:prSet phldrT="[Text]" custT="1"/>
      <dgm:spPr/>
      <dgm:t>
        <a:bodyPr/>
        <a:lstStyle/>
        <a:p>
          <a:pPr algn="ctr"/>
          <a:r>
            <a:rPr lang="en-US" sz="1800" b="1" dirty="0">
              <a:solidFill>
                <a:schemeClr val="tx2">
                  <a:lumMod val="50000"/>
                </a:schemeClr>
              </a:solidFill>
            </a:rPr>
            <a:t>System</a:t>
          </a:r>
          <a:r>
            <a:rPr lang="en-US" sz="1800" b="1" baseline="0" dirty="0">
              <a:solidFill>
                <a:schemeClr val="tx2">
                  <a:lumMod val="50000"/>
                </a:schemeClr>
              </a:solidFill>
            </a:rPr>
            <a:t> overview </a:t>
          </a:r>
          <a:endParaRPr lang="en-IN" sz="1800" b="1" dirty="0">
            <a:solidFill>
              <a:schemeClr val="tx2">
                <a:lumMod val="50000"/>
              </a:schemeClr>
            </a:solidFill>
          </a:endParaRPr>
        </a:p>
      </dgm:t>
    </dgm:pt>
    <dgm:pt modelId="{15DFBC6E-34EA-4F9E-B266-AE2AE0728960}" type="sibTrans" cxnId="{F418006C-5052-4EF2-93DF-47AFCE72F7B1}">
      <dgm:prSet/>
      <dgm:spPr/>
      <dgm:t>
        <a:bodyPr/>
        <a:lstStyle/>
        <a:p>
          <a:endParaRPr lang="en-IN"/>
        </a:p>
      </dgm:t>
    </dgm:pt>
    <dgm:pt modelId="{ECF8F9FA-3E1E-4F88-907F-670F949C9BA6}" type="parTrans" cxnId="{F418006C-5052-4EF2-93DF-47AFCE72F7B1}">
      <dgm:prSet/>
      <dgm:spPr/>
      <dgm:t>
        <a:bodyPr/>
        <a:lstStyle/>
        <a:p>
          <a:endParaRPr lang="en-IN"/>
        </a:p>
      </dgm:t>
    </dgm:pt>
    <dgm:pt modelId="{F9BC3129-B876-4C33-8CF3-39FB5D86DF67}">
      <dgm:prSet custT="1"/>
      <dgm:spPr/>
      <dgm:t>
        <a:bodyPr/>
        <a:lstStyle/>
        <a:p>
          <a:r>
            <a:rPr lang="en-IN" sz="1300" dirty="0"/>
            <a:t>Secure login &amp; user authentication</a:t>
          </a:r>
        </a:p>
      </dgm:t>
    </dgm:pt>
    <dgm:pt modelId="{AB655A42-91DF-49A3-BFC8-47C5F3718621}" type="parTrans" cxnId="{360F334D-ACCC-46DE-8966-77CAAC6648DD}">
      <dgm:prSet/>
      <dgm:spPr/>
      <dgm:t>
        <a:bodyPr/>
        <a:lstStyle/>
        <a:p>
          <a:endParaRPr lang="en-IN"/>
        </a:p>
      </dgm:t>
    </dgm:pt>
    <dgm:pt modelId="{D6E71CB9-1241-4B32-931C-1019ED0F32E3}" type="sibTrans" cxnId="{360F334D-ACCC-46DE-8966-77CAAC6648DD}">
      <dgm:prSet/>
      <dgm:spPr/>
      <dgm:t>
        <a:bodyPr/>
        <a:lstStyle/>
        <a:p>
          <a:endParaRPr lang="en-IN"/>
        </a:p>
      </dgm:t>
    </dgm:pt>
    <dgm:pt modelId="{BB9E4A0A-4858-4737-90DE-53537243C632}" type="pres">
      <dgm:prSet presAssocID="{900529CE-7751-403C-BC4B-C58058A916C7}" presName="Name0" presStyleCnt="0">
        <dgm:presLayoutVars>
          <dgm:chMax/>
          <dgm:chPref/>
          <dgm:dir/>
        </dgm:presLayoutVars>
      </dgm:prSet>
      <dgm:spPr/>
    </dgm:pt>
    <dgm:pt modelId="{CBE50B27-3D47-4B70-BE32-1FA362240D70}" type="pres">
      <dgm:prSet presAssocID="{7D339BB5-7DAF-4571-B824-6D95C59A8D00}" presName="parenttextcomposite" presStyleCnt="0"/>
      <dgm:spPr/>
    </dgm:pt>
    <dgm:pt modelId="{F3346BF1-BF69-4354-8C7F-7D75F88DF640}" type="pres">
      <dgm:prSet presAssocID="{7D339BB5-7DAF-4571-B824-6D95C59A8D00}" presName="parenttext" presStyleLbl="revTx" presStyleIdx="0" presStyleCnt="3" custLinFactNeighborX="-436" custLinFactNeighborY="-12267">
        <dgm:presLayoutVars>
          <dgm:chMax/>
          <dgm:chPref val="2"/>
          <dgm:bulletEnabled val="1"/>
        </dgm:presLayoutVars>
      </dgm:prSet>
      <dgm:spPr/>
    </dgm:pt>
    <dgm:pt modelId="{D25A2536-A8CB-4E1F-ABED-E4FB08D84942}" type="pres">
      <dgm:prSet presAssocID="{7D339BB5-7DAF-4571-B824-6D95C59A8D00}" presName="composite" presStyleCnt="0"/>
      <dgm:spPr/>
    </dgm:pt>
    <dgm:pt modelId="{C9AEC06F-E69C-4342-8712-96E14BACCE59}" type="pres">
      <dgm:prSet presAssocID="{7D339BB5-7DAF-4571-B824-6D95C59A8D00}" presName="chevron1" presStyleLbl="alignNode1" presStyleIdx="0" presStyleCnt="21"/>
      <dgm:spPr/>
    </dgm:pt>
    <dgm:pt modelId="{91839009-B7A6-4616-BB5A-6CD190E16162}" type="pres">
      <dgm:prSet presAssocID="{7D339BB5-7DAF-4571-B824-6D95C59A8D00}" presName="chevron2" presStyleLbl="alignNode1" presStyleIdx="1" presStyleCnt="21"/>
      <dgm:spPr/>
    </dgm:pt>
    <dgm:pt modelId="{1B48C41F-7695-4430-8CBE-15005327562D}" type="pres">
      <dgm:prSet presAssocID="{7D339BB5-7DAF-4571-B824-6D95C59A8D00}" presName="chevron3" presStyleLbl="alignNode1" presStyleIdx="2" presStyleCnt="21"/>
      <dgm:spPr/>
    </dgm:pt>
    <dgm:pt modelId="{7A15D893-B363-41E1-A0D0-2FE56743985C}" type="pres">
      <dgm:prSet presAssocID="{7D339BB5-7DAF-4571-B824-6D95C59A8D00}" presName="chevron4" presStyleLbl="alignNode1" presStyleIdx="3" presStyleCnt="21"/>
      <dgm:spPr/>
    </dgm:pt>
    <dgm:pt modelId="{4920B300-E878-4AE7-AD3B-9A3C5E61FE74}" type="pres">
      <dgm:prSet presAssocID="{7D339BB5-7DAF-4571-B824-6D95C59A8D00}" presName="chevron5" presStyleLbl="alignNode1" presStyleIdx="4" presStyleCnt="21"/>
      <dgm:spPr/>
    </dgm:pt>
    <dgm:pt modelId="{229B56FB-4E5F-42BF-8E95-D5FB4C75C386}" type="pres">
      <dgm:prSet presAssocID="{7D339BB5-7DAF-4571-B824-6D95C59A8D00}" presName="chevron6" presStyleLbl="alignNode1" presStyleIdx="5" presStyleCnt="21"/>
      <dgm:spPr/>
    </dgm:pt>
    <dgm:pt modelId="{9C283949-0776-41F0-851B-BFE6F6777AD3}" type="pres">
      <dgm:prSet presAssocID="{7D339BB5-7DAF-4571-B824-6D95C59A8D00}" presName="chevron7" presStyleLbl="alignNode1" presStyleIdx="6" presStyleCnt="21"/>
      <dgm:spPr/>
    </dgm:pt>
    <dgm:pt modelId="{8FFC4694-C251-4AC7-B213-6F94748317D3}" type="pres">
      <dgm:prSet presAssocID="{7D339BB5-7DAF-4571-B824-6D95C59A8D00}" presName="childtext" presStyleLbl="solidFgAcc1" presStyleIdx="0" presStyleCnt="2">
        <dgm:presLayoutVars>
          <dgm:chMax/>
          <dgm:chPref val="0"/>
          <dgm:bulletEnabled val="1"/>
        </dgm:presLayoutVars>
      </dgm:prSet>
      <dgm:spPr/>
    </dgm:pt>
    <dgm:pt modelId="{792193E1-7812-469B-8F6E-2897A1ACABF9}" type="pres">
      <dgm:prSet presAssocID="{15DFBC6E-34EA-4F9E-B266-AE2AE0728960}" presName="sibTrans" presStyleCnt="0"/>
      <dgm:spPr/>
    </dgm:pt>
    <dgm:pt modelId="{727ED500-6830-42C2-AB7D-C448C1FB70CF}" type="pres">
      <dgm:prSet presAssocID="{50F32E06-EDFB-49F7-A021-8182980025DB}" presName="parenttextcomposite" presStyleCnt="0"/>
      <dgm:spPr/>
    </dgm:pt>
    <dgm:pt modelId="{022027FC-E4C2-4F63-8D03-6943CE8482C5}" type="pres">
      <dgm:prSet presAssocID="{50F32E06-EDFB-49F7-A021-8182980025DB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F1495FDF-45B9-4479-BB9B-13D8589B166C}" type="pres">
      <dgm:prSet presAssocID="{50F32E06-EDFB-49F7-A021-8182980025DB}" presName="composite" presStyleCnt="0"/>
      <dgm:spPr/>
    </dgm:pt>
    <dgm:pt modelId="{5D88F256-7724-4243-AA4B-75F9A9FF8861}" type="pres">
      <dgm:prSet presAssocID="{50F32E06-EDFB-49F7-A021-8182980025DB}" presName="chevron1" presStyleLbl="alignNode1" presStyleIdx="7" presStyleCnt="21"/>
      <dgm:spPr/>
    </dgm:pt>
    <dgm:pt modelId="{B3663B33-3DEE-485E-9306-40044DB3367F}" type="pres">
      <dgm:prSet presAssocID="{50F32E06-EDFB-49F7-A021-8182980025DB}" presName="chevron2" presStyleLbl="alignNode1" presStyleIdx="8" presStyleCnt="21"/>
      <dgm:spPr/>
    </dgm:pt>
    <dgm:pt modelId="{A6E09807-3C53-43F4-801F-4D4BA8548002}" type="pres">
      <dgm:prSet presAssocID="{50F32E06-EDFB-49F7-A021-8182980025DB}" presName="chevron3" presStyleLbl="alignNode1" presStyleIdx="9" presStyleCnt="21"/>
      <dgm:spPr/>
    </dgm:pt>
    <dgm:pt modelId="{FE0DD2F7-54ED-4F33-8D04-23379D6BC539}" type="pres">
      <dgm:prSet presAssocID="{50F32E06-EDFB-49F7-A021-8182980025DB}" presName="chevron4" presStyleLbl="alignNode1" presStyleIdx="10" presStyleCnt="21"/>
      <dgm:spPr/>
    </dgm:pt>
    <dgm:pt modelId="{DE5402E4-54D3-42A7-9E95-15628C551340}" type="pres">
      <dgm:prSet presAssocID="{50F32E06-EDFB-49F7-A021-8182980025DB}" presName="chevron5" presStyleLbl="alignNode1" presStyleIdx="11" presStyleCnt="21"/>
      <dgm:spPr/>
    </dgm:pt>
    <dgm:pt modelId="{24387841-A741-48C0-8119-0A53935A3EFB}" type="pres">
      <dgm:prSet presAssocID="{50F32E06-EDFB-49F7-A021-8182980025DB}" presName="chevron6" presStyleLbl="alignNode1" presStyleIdx="12" presStyleCnt="21"/>
      <dgm:spPr/>
    </dgm:pt>
    <dgm:pt modelId="{FB464CD5-F398-466A-A051-CB525DC3867F}" type="pres">
      <dgm:prSet presAssocID="{50F32E06-EDFB-49F7-A021-8182980025DB}" presName="chevron7" presStyleLbl="alignNode1" presStyleIdx="13" presStyleCnt="21"/>
      <dgm:spPr/>
    </dgm:pt>
    <dgm:pt modelId="{554ED27B-C2A2-40D9-AA30-40A56EDFCABA}" type="pres">
      <dgm:prSet presAssocID="{50F32E06-EDFB-49F7-A021-8182980025DB}" presName="childtext" presStyleLbl="solidFgAcc1" presStyleIdx="1" presStyleCnt="2">
        <dgm:presLayoutVars>
          <dgm:chMax/>
          <dgm:chPref val="0"/>
          <dgm:bulletEnabled val="1"/>
        </dgm:presLayoutVars>
      </dgm:prSet>
      <dgm:spPr/>
    </dgm:pt>
    <dgm:pt modelId="{CA56D5AB-F91F-4728-9FB0-CF93146F8FAB}" type="pres">
      <dgm:prSet presAssocID="{AC3C5A14-927A-43ED-ADAB-E50720980F93}" presName="sibTrans" presStyleCnt="0"/>
      <dgm:spPr/>
    </dgm:pt>
    <dgm:pt modelId="{9F26F034-8A9F-452C-84A1-EF63681EB50A}" type="pres">
      <dgm:prSet presAssocID="{E3F68491-5E14-4657-B1BB-19AC35587645}" presName="parenttextcomposite" presStyleCnt="0"/>
      <dgm:spPr/>
    </dgm:pt>
    <dgm:pt modelId="{02EB02B6-15F9-4563-8642-2B36CD862087}" type="pres">
      <dgm:prSet presAssocID="{E3F68491-5E14-4657-B1BB-19AC35587645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17A8AD2D-B356-4AE1-BD41-0DAB63EAB397}" type="pres">
      <dgm:prSet presAssocID="{E3F68491-5E14-4657-B1BB-19AC35587645}" presName="parallelogramComposite" presStyleCnt="0"/>
      <dgm:spPr/>
    </dgm:pt>
    <dgm:pt modelId="{B0FFDA32-2878-420E-84C3-B4CBFB355F01}" type="pres">
      <dgm:prSet presAssocID="{E3F68491-5E14-4657-B1BB-19AC35587645}" presName="parallelogram1" presStyleLbl="alignNode1" presStyleIdx="14" presStyleCnt="21"/>
      <dgm:spPr/>
    </dgm:pt>
    <dgm:pt modelId="{866BD788-880F-4B09-B83B-D988C1294E10}" type="pres">
      <dgm:prSet presAssocID="{E3F68491-5E14-4657-B1BB-19AC35587645}" presName="parallelogram2" presStyleLbl="alignNode1" presStyleIdx="15" presStyleCnt="21"/>
      <dgm:spPr/>
    </dgm:pt>
    <dgm:pt modelId="{13A46AAA-C3F1-42E2-ADA8-C6A76CDC75F6}" type="pres">
      <dgm:prSet presAssocID="{E3F68491-5E14-4657-B1BB-19AC35587645}" presName="parallelogram3" presStyleLbl="alignNode1" presStyleIdx="16" presStyleCnt="21"/>
      <dgm:spPr/>
    </dgm:pt>
    <dgm:pt modelId="{5DD0D69D-64C7-4B66-91B3-577EC664CCE1}" type="pres">
      <dgm:prSet presAssocID="{E3F68491-5E14-4657-B1BB-19AC35587645}" presName="parallelogram4" presStyleLbl="alignNode1" presStyleIdx="17" presStyleCnt="21"/>
      <dgm:spPr/>
    </dgm:pt>
    <dgm:pt modelId="{22D9CBC2-CCBE-40AA-BE45-EE95A74EDFCC}" type="pres">
      <dgm:prSet presAssocID="{E3F68491-5E14-4657-B1BB-19AC35587645}" presName="parallelogram5" presStyleLbl="alignNode1" presStyleIdx="18" presStyleCnt="21"/>
      <dgm:spPr/>
    </dgm:pt>
    <dgm:pt modelId="{2DA715AA-A7F3-4E86-B61D-5382DC033585}" type="pres">
      <dgm:prSet presAssocID="{E3F68491-5E14-4657-B1BB-19AC35587645}" presName="parallelogram6" presStyleLbl="alignNode1" presStyleIdx="19" presStyleCnt="21"/>
      <dgm:spPr/>
    </dgm:pt>
    <dgm:pt modelId="{391AEE2F-86E7-4B6F-81CF-9A8E795880CA}" type="pres">
      <dgm:prSet presAssocID="{E3F68491-5E14-4657-B1BB-19AC35587645}" presName="parallelogram7" presStyleLbl="alignNode1" presStyleIdx="20" presStyleCnt="21"/>
      <dgm:spPr/>
    </dgm:pt>
  </dgm:ptLst>
  <dgm:cxnLst>
    <dgm:cxn modelId="{2DF9440E-2771-4969-BC61-330FF1D47440}" srcId="{50F32E06-EDFB-49F7-A021-8182980025DB}" destId="{7BE984CF-2622-4F67-9C2D-053FF3C169E1}" srcOrd="0" destOrd="0" parTransId="{93B70D7A-CA57-4EBE-B8C4-3C88370A435E}" sibTransId="{50557695-1B66-4542-9BAE-18E2C5556A53}"/>
    <dgm:cxn modelId="{B7602014-3F13-45F6-A5D9-D0225936C275}" type="presOf" srcId="{7D339BB5-7DAF-4571-B824-6D95C59A8D00}" destId="{F3346BF1-BF69-4354-8C7F-7D75F88DF640}" srcOrd="0" destOrd="0" presId="urn:microsoft.com/office/officeart/2008/layout/VerticalAccentList"/>
    <dgm:cxn modelId="{5A99A629-7DF0-4764-9AC5-077850B693BB}" type="presOf" srcId="{7BE984CF-2622-4F67-9C2D-053FF3C169E1}" destId="{554ED27B-C2A2-40D9-AA30-40A56EDFCABA}" srcOrd="0" destOrd="0" presId="urn:microsoft.com/office/officeart/2008/layout/VerticalAccentList"/>
    <dgm:cxn modelId="{741A076A-B740-44C3-8454-6EC9C8897C2F}" srcId="{7D339BB5-7DAF-4571-B824-6D95C59A8D00}" destId="{CE141574-ED34-4E3A-90B8-731A9E9D8069}" srcOrd="0" destOrd="0" parTransId="{FC863D06-44CA-4F0A-8C08-BD49B0F5F49F}" sibTransId="{722EEB02-06D2-4D4D-B84D-3BD5A257B687}"/>
    <dgm:cxn modelId="{F418006C-5052-4EF2-93DF-47AFCE72F7B1}" srcId="{900529CE-7751-403C-BC4B-C58058A916C7}" destId="{7D339BB5-7DAF-4571-B824-6D95C59A8D00}" srcOrd="0" destOrd="0" parTransId="{ECF8F9FA-3E1E-4F88-907F-670F949C9BA6}" sibTransId="{15DFBC6E-34EA-4F9E-B266-AE2AE0728960}"/>
    <dgm:cxn modelId="{360F334D-ACCC-46DE-8966-77CAAC6648DD}" srcId="{7D339BB5-7DAF-4571-B824-6D95C59A8D00}" destId="{F9BC3129-B876-4C33-8CF3-39FB5D86DF67}" srcOrd="1" destOrd="0" parTransId="{AB655A42-91DF-49A3-BFC8-47C5F3718621}" sibTransId="{D6E71CB9-1241-4B32-931C-1019ED0F32E3}"/>
    <dgm:cxn modelId="{E7A2D66D-F0A6-4041-8953-10F7454A8EC3}" srcId="{900529CE-7751-403C-BC4B-C58058A916C7}" destId="{50F32E06-EDFB-49F7-A021-8182980025DB}" srcOrd="1" destOrd="0" parTransId="{E8087E3E-8270-45DB-A7AD-73C0726A2882}" sibTransId="{AC3C5A14-927A-43ED-ADAB-E50720980F93}"/>
    <dgm:cxn modelId="{842BEB96-5A12-4463-9175-8665DB0736F7}" type="presOf" srcId="{CE141574-ED34-4E3A-90B8-731A9E9D8069}" destId="{8FFC4694-C251-4AC7-B213-6F94748317D3}" srcOrd="0" destOrd="0" presId="urn:microsoft.com/office/officeart/2008/layout/VerticalAccentList"/>
    <dgm:cxn modelId="{79BC4E99-F9EB-4275-8B9F-985F5666E0CD}" type="presOf" srcId="{E3F68491-5E14-4657-B1BB-19AC35587645}" destId="{02EB02B6-15F9-4563-8642-2B36CD862087}" srcOrd="0" destOrd="0" presId="urn:microsoft.com/office/officeart/2008/layout/VerticalAccentList"/>
    <dgm:cxn modelId="{3625B2CF-CCCC-4079-9B39-BF542ACE9C0D}" type="presOf" srcId="{50F32E06-EDFB-49F7-A021-8182980025DB}" destId="{022027FC-E4C2-4F63-8D03-6943CE8482C5}" srcOrd="0" destOrd="0" presId="urn:microsoft.com/office/officeart/2008/layout/VerticalAccentList"/>
    <dgm:cxn modelId="{292127D6-A8D7-49A3-8767-82EA8AFCB1AD}" type="presOf" srcId="{900529CE-7751-403C-BC4B-C58058A916C7}" destId="{BB9E4A0A-4858-4737-90DE-53537243C632}" srcOrd="0" destOrd="0" presId="urn:microsoft.com/office/officeart/2008/layout/VerticalAccentList"/>
    <dgm:cxn modelId="{DCDF63F2-436C-495D-9B56-A6BABC9BD0A4}" type="presOf" srcId="{F9BC3129-B876-4C33-8CF3-39FB5D86DF67}" destId="{8FFC4694-C251-4AC7-B213-6F94748317D3}" srcOrd="0" destOrd="1" presId="urn:microsoft.com/office/officeart/2008/layout/VerticalAccentList"/>
    <dgm:cxn modelId="{BC0D94F3-D043-4821-A58D-19F93B2064C0}" srcId="{900529CE-7751-403C-BC4B-C58058A916C7}" destId="{E3F68491-5E14-4657-B1BB-19AC35587645}" srcOrd="2" destOrd="0" parTransId="{8F3116B9-D763-473C-B64C-429A1B78C30A}" sibTransId="{5CFA5454-8D2D-4E90-A1BC-A48CF005F7D3}"/>
    <dgm:cxn modelId="{6C0C20A6-1362-4C52-9C8D-93244CC42877}" type="presParOf" srcId="{BB9E4A0A-4858-4737-90DE-53537243C632}" destId="{CBE50B27-3D47-4B70-BE32-1FA362240D70}" srcOrd="0" destOrd="0" presId="urn:microsoft.com/office/officeart/2008/layout/VerticalAccentList"/>
    <dgm:cxn modelId="{A3BD49F8-062A-4010-B118-006FB64174B2}" type="presParOf" srcId="{CBE50B27-3D47-4B70-BE32-1FA362240D70}" destId="{F3346BF1-BF69-4354-8C7F-7D75F88DF640}" srcOrd="0" destOrd="0" presId="urn:microsoft.com/office/officeart/2008/layout/VerticalAccentList"/>
    <dgm:cxn modelId="{92E8F610-B3BA-459C-B308-91EDC8430976}" type="presParOf" srcId="{BB9E4A0A-4858-4737-90DE-53537243C632}" destId="{D25A2536-A8CB-4E1F-ABED-E4FB08D84942}" srcOrd="1" destOrd="0" presId="urn:microsoft.com/office/officeart/2008/layout/VerticalAccentList"/>
    <dgm:cxn modelId="{BEE368D3-28A2-4BBF-BD40-6DBCF9E13A10}" type="presParOf" srcId="{D25A2536-A8CB-4E1F-ABED-E4FB08D84942}" destId="{C9AEC06F-E69C-4342-8712-96E14BACCE59}" srcOrd="0" destOrd="0" presId="urn:microsoft.com/office/officeart/2008/layout/VerticalAccentList"/>
    <dgm:cxn modelId="{C5471CAB-FF91-4470-8DFC-F530831D4D87}" type="presParOf" srcId="{D25A2536-A8CB-4E1F-ABED-E4FB08D84942}" destId="{91839009-B7A6-4616-BB5A-6CD190E16162}" srcOrd="1" destOrd="0" presId="urn:microsoft.com/office/officeart/2008/layout/VerticalAccentList"/>
    <dgm:cxn modelId="{190B065D-F6FB-4FF8-82CE-CC0435CBB390}" type="presParOf" srcId="{D25A2536-A8CB-4E1F-ABED-E4FB08D84942}" destId="{1B48C41F-7695-4430-8CBE-15005327562D}" srcOrd="2" destOrd="0" presId="urn:microsoft.com/office/officeart/2008/layout/VerticalAccentList"/>
    <dgm:cxn modelId="{1E1392FC-C8B5-46DD-86B6-9ACDEB299A46}" type="presParOf" srcId="{D25A2536-A8CB-4E1F-ABED-E4FB08D84942}" destId="{7A15D893-B363-41E1-A0D0-2FE56743985C}" srcOrd="3" destOrd="0" presId="urn:microsoft.com/office/officeart/2008/layout/VerticalAccentList"/>
    <dgm:cxn modelId="{6AA05DF3-0E57-4372-A439-ABC99A747972}" type="presParOf" srcId="{D25A2536-A8CB-4E1F-ABED-E4FB08D84942}" destId="{4920B300-E878-4AE7-AD3B-9A3C5E61FE74}" srcOrd="4" destOrd="0" presId="urn:microsoft.com/office/officeart/2008/layout/VerticalAccentList"/>
    <dgm:cxn modelId="{345AF76D-B647-4B6F-9419-87E0F7FCAD96}" type="presParOf" srcId="{D25A2536-A8CB-4E1F-ABED-E4FB08D84942}" destId="{229B56FB-4E5F-42BF-8E95-D5FB4C75C386}" srcOrd="5" destOrd="0" presId="urn:microsoft.com/office/officeart/2008/layout/VerticalAccentList"/>
    <dgm:cxn modelId="{5541B303-AC12-4640-A536-983DBBCF6644}" type="presParOf" srcId="{D25A2536-A8CB-4E1F-ABED-E4FB08D84942}" destId="{9C283949-0776-41F0-851B-BFE6F6777AD3}" srcOrd="6" destOrd="0" presId="urn:microsoft.com/office/officeart/2008/layout/VerticalAccentList"/>
    <dgm:cxn modelId="{A0672992-EA79-4402-A799-05E94F56C8CA}" type="presParOf" srcId="{D25A2536-A8CB-4E1F-ABED-E4FB08D84942}" destId="{8FFC4694-C251-4AC7-B213-6F94748317D3}" srcOrd="7" destOrd="0" presId="urn:microsoft.com/office/officeart/2008/layout/VerticalAccentList"/>
    <dgm:cxn modelId="{B75B458D-ACD5-400F-9935-D091C11CF17B}" type="presParOf" srcId="{BB9E4A0A-4858-4737-90DE-53537243C632}" destId="{792193E1-7812-469B-8F6E-2897A1ACABF9}" srcOrd="2" destOrd="0" presId="urn:microsoft.com/office/officeart/2008/layout/VerticalAccentList"/>
    <dgm:cxn modelId="{76A2A38F-1D42-484F-BADC-3B0FE4CFFBEC}" type="presParOf" srcId="{BB9E4A0A-4858-4737-90DE-53537243C632}" destId="{727ED500-6830-42C2-AB7D-C448C1FB70CF}" srcOrd="3" destOrd="0" presId="urn:microsoft.com/office/officeart/2008/layout/VerticalAccentList"/>
    <dgm:cxn modelId="{1444B8CD-B840-4F3B-8FCD-8EC38AA7A900}" type="presParOf" srcId="{727ED500-6830-42C2-AB7D-C448C1FB70CF}" destId="{022027FC-E4C2-4F63-8D03-6943CE8482C5}" srcOrd="0" destOrd="0" presId="urn:microsoft.com/office/officeart/2008/layout/VerticalAccentList"/>
    <dgm:cxn modelId="{676B6B98-F19F-4D04-87F6-C2A90F7333D3}" type="presParOf" srcId="{BB9E4A0A-4858-4737-90DE-53537243C632}" destId="{F1495FDF-45B9-4479-BB9B-13D8589B166C}" srcOrd="4" destOrd="0" presId="urn:microsoft.com/office/officeart/2008/layout/VerticalAccentList"/>
    <dgm:cxn modelId="{A828DDB6-13A0-4AE4-B46C-B216D23EDB24}" type="presParOf" srcId="{F1495FDF-45B9-4479-BB9B-13D8589B166C}" destId="{5D88F256-7724-4243-AA4B-75F9A9FF8861}" srcOrd="0" destOrd="0" presId="urn:microsoft.com/office/officeart/2008/layout/VerticalAccentList"/>
    <dgm:cxn modelId="{9A2B938B-CFA5-456F-8C41-CE61DF0C1299}" type="presParOf" srcId="{F1495FDF-45B9-4479-BB9B-13D8589B166C}" destId="{B3663B33-3DEE-485E-9306-40044DB3367F}" srcOrd="1" destOrd="0" presId="urn:microsoft.com/office/officeart/2008/layout/VerticalAccentList"/>
    <dgm:cxn modelId="{B22D164A-6C4D-40F9-8638-A28587820A34}" type="presParOf" srcId="{F1495FDF-45B9-4479-BB9B-13D8589B166C}" destId="{A6E09807-3C53-43F4-801F-4D4BA8548002}" srcOrd="2" destOrd="0" presId="urn:microsoft.com/office/officeart/2008/layout/VerticalAccentList"/>
    <dgm:cxn modelId="{F296A4E4-323E-4CB5-87CF-84F94CB8B84B}" type="presParOf" srcId="{F1495FDF-45B9-4479-BB9B-13D8589B166C}" destId="{FE0DD2F7-54ED-4F33-8D04-23379D6BC539}" srcOrd="3" destOrd="0" presId="urn:microsoft.com/office/officeart/2008/layout/VerticalAccentList"/>
    <dgm:cxn modelId="{0E4061F1-A532-4FFA-AEC2-DCB70F1DCA93}" type="presParOf" srcId="{F1495FDF-45B9-4479-BB9B-13D8589B166C}" destId="{DE5402E4-54D3-42A7-9E95-15628C551340}" srcOrd="4" destOrd="0" presId="urn:microsoft.com/office/officeart/2008/layout/VerticalAccentList"/>
    <dgm:cxn modelId="{054CD0A0-6400-48E8-98CD-69F28F72A323}" type="presParOf" srcId="{F1495FDF-45B9-4479-BB9B-13D8589B166C}" destId="{24387841-A741-48C0-8119-0A53935A3EFB}" srcOrd="5" destOrd="0" presId="urn:microsoft.com/office/officeart/2008/layout/VerticalAccentList"/>
    <dgm:cxn modelId="{97D93BA7-BF15-47BC-B806-5840145D5C1E}" type="presParOf" srcId="{F1495FDF-45B9-4479-BB9B-13D8589B166C}" destId="{FB464CD5-F398-466A-A051-CB525DC3867F}" srcOrd="6" destOrd="0" presId="urn:microsoft.com/office/officeart/2008/layout/VerticalAccentList"/>
    <dgm:cxn modelId="{85916A35-0AA9-4190-BB91-5E059AEB7731}" type="presParOf" srcId="{F1495FDF-45B9-4479-BB9B-13D8589B166C}" destId="{554ED27B-C2A2-40D9-AA30-40A56EDFCABA}" srcOrd="7" destOrd="0" presId="urn:microsoft.com/office/officeart/2008/layout/VerticalAccentList"/>
    <dgm:cxn modelId="{853FC439-EF1F-46EB-A518-51C2C7EB5982}" type="presParOf" srcId="{BB9E4A0A-4858-4737-90DE-53537243C632}" destId="{CA56D5AB-F91F-4728-9FB0-CF93146F8FAB}" srcOrd="5" destOrd="0" presId="urn:microsoft.com/office/officeart/2008/layout/VerticalAccentList"/>
    <dgm:cxn modelId="{AF03433E-39B8-424A-ABAB-0F2340274690}" type="presParOf" srcId="{BB9E4A0A-4858-4737-90DE-53537243C632}" destId="{9F26F034-8A9F-452C-84A1-EF63681EB50A}" srcOrd="6" destOrd="0" presId="urn:microsoft.com/office/officeart/2008/layout/VerticalAccentList"/>
    <dgm:cxn modelId="{587BFCE6-3C31-405D-AEDA-771B9B2F491E}" type="presParOf" srcId="{9F26F034-8A9F-452C-84A1-EF63681EB50A}" destId="{02EB02B6-15F9-4563-8642-2B36CD862087}" srcOrd="0" destOrd="0" presId="urn:microsoft.com/office/officeart/2008/layout/VerticalAccentList"/>
    <dgm:cxn modelId="{6CC5A2FF-3EB6-4B83-B26A-45E9703D3A53}" type="presParOf" srcId="{BB9E4A0A-4858-4737-90DE-53537243C632}" destId="{17A8AD2D-B356-4AE1-BD41-0DAB63EAB397}" srcOrd="7" destOrd="0" presId="urn:microsoft.com/office/officeart/2008/layout/VerticalAccentList"/>
    <dgm:cxn modelId="{F62B7B9C-62F6-4D93-8BBC-770B1B6229E3}" type="presParOf" srcId="{17A8AD2D-B356-4AE1-BD41-0DAB63EAB397}" destId="{B0FFDA32-2878-420E-84C3-B4CBFB355F01}" srcOrd="0" destOrd="0" presId="urn:microsoft.com/office/officeart/2008/layout/VerticalAccentList"/>
    <dgm:cxn modelId="{449C857F-6891-4147-80D7-8F19ED33D4F3}" type="presParOf" srcId="{17A8AD2D-B356-4AE1-BD41-0DAB63EAB397}" destId="{866BD788-880F-4B09-B83B-D988C1294E10}" srcOrd="1" destOrd="0" presId="urn:microsoft.com/office/officeart/2008/layout/VerticalAccentList"/>
    <dgm:cxn modelId="{EAB9BD75-5000-4EC8-98D9-DEAA5AE77A48}" type="presParOf" srcId="{17A8AD2D-B356-4AE1-BD41-0DAB63EAB397}" destId="{13A46AAA-C3F1-42E2-ADA8-C6A76CDC75F6}" srcOrd="2" destOrd="0" presId="urn:microsoft.com/office/officeart/2008/layout/VerticalAccentList"/>
    <dgm:cxn modelId="{92BEF112-26A7-4FEE-9EDE-9A8BBE216451}" type="presParOf" srcId="{17A8AD2D-B356-4AE1-BD41-0DAB63EAB397}" destId="{5DD0D69D-64C7-4B66-91B3-577EC664CCE1}" srcOrd="3" destOrd="0" presId="urn:microsoft.com/office/officeart/2008/layout/VerticalAccentList"/>
    <dgm:cxn modelId="{E7D6635B-3B34-4115-B86B-FECCAD67C36A}" type="presParOf" srcId="{17A8AD2D-B356-4AE1-BD41-0DAB63EAB397}" destId="{22D9CBC2-CCBE-40AA-BE45-EE95A74EDFCC}" srcOrd="4" destOrd="0" presId="urn:microsoft.com/office/officeart/2008/layout/VerticalAccentList"/>
    <dgm:cxn modelId="{47F64025-FC84-4574-AE8C-D5FED7F1BFED}" type="presParOf" srcId="{17A8AD2D-B356-4AE1-BD41-0DAB63EAB397}" destId="{2DA715AA-A7F3-4E86-B61D-5382DC033585}" srcOrd="5" destOrd="0" presId="urn:microsoft.com/office/officeart/2008/layout/VerticalAccentList"/>
    <dgm:cxn modelId="{25D4C9D9-2477-47D0-A398-462FFAD465F1}" type="presParOf" srcId="{17A8AD2D-B356-4AE1-BD41-0DAB63EAB397}" destId="{391AEE2F-86E7-4B6F-81CF-9A8E795880CA}" srcOrd="6" destOrd="0" presId="urn:microsoft.com/office/officeart/2008/layout/VerticalAccentList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E853F3-E9AA-4F98-982F-C1035FAF84E7}" type="doc">
      <dgm:prSet loTypeId="urn:microsoft.com/office/officeart/2008/layout/VerticalAccent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A292CC6B-4B8A-49E0-BEA3-A702358897CD}">
      <dgm:prSet phldrT="[Text]" custT="1"/>
      <dgm:spPr/>
      <dgm:t>
        <a:bodyPr/>
        <a:lstStyle/>
        <a:p>
          <a:pPr algn="ctr"/>
          <a:r>
            <a:rPr lang="en-US" sz="24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AI &amp; AUDIO INTEGRATION</a:t>
          </a:r>
          <a:endParaRPr lang="en-IN" sz="2400" b="1" dirty="0">
            <a:solidFill>
              <a:schemeClr val="tx2">
                <a:lumMod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165F2B-E4B2-42D5-A6A8-57E653F52E6B}" type="parTrans" cxnId="{A85FE631-4DA9-455E-900F-898310C34013}">
      <dgm:prSet/>
      <dgm:spPr/>
      <dgm:t>
        <a:bodyPr/>
        <a:lstStyle/>
        <a:p>
          <a:endParaRPr lang="en-IN"/>
        </a:p>
      </dgm:t>
    </dgm:pt>
    <dgm:pt modelId="{EA1366A9-A60D-47CF-8F71-F5ABB791C535}" type="sibTrans" cxnId="{A85FE631-4DA9-455E-900F-898310C34013}">
      <dgm:prSet/>
      <dgm:spPr/>
      <dgm:t>
        <a:bodyPr/>
        <a:lstStyle/>
        <a:p>
          <a:endParaRPr lang="en-IN"/>
        </a:p>
      </dgm:t>
    </dgm:pt>
    <dgm:pt modelId="{1DA1162D-6115-4CBE-AAA4-002D5F18DB73}">
      <dgm:prSet phldrT="[Text]"/>
      <dgm:spPr/>
      <dgm:t>
        <a:bodyPr/>
        <a:lstStyle/>
        <a:p>
          <a:r>
            <a:rPr lang="en-IN" dirty="0">
              <a:solidFill>
                <a:schemeClr val="tx2">
                  <a:lumMod val="75000"/>
                </a:schemeClr>
              </a:solidFill>
            </a:rPr>
            <a:t>DistilGPT2 generates personalized mentor interventions</a:t>
          </a:r>
        </a:p>
      </dgm:t>
    </dgm:pt>
    <dgm:pt modelId="{BE220FF1-E1C8-45FC-9D3F-C2970FD6D34A}" type="parTrans" cxnId="{DAC8C442-47B1-441C-BF7B-92939A8871E4}">
      <dgm:prSet/>
      <dgm:spPr/>
      <dgm:t>
        <a:bodyPr/>
        <a:lstStyle/>
        <a:p>
          <a:endParaRPr lang="en-IN"/>
        </a:p>
      </dgm:t>
    </dgm:pt>
    <dgm:pt modelId="{360B4E89-DED7-4657-9B09-6F148968266D}" type="sibTrans" cxnId="{DAC8C442-47B1-441C-BF7B-92939A8871E4}">
      <dgm:prSet/>
      <dgm:spPr/>
      <dgm:t>
        <a:bodyPr/>
        <a:lstStyle/>
        <a:p>
          <a:endParaRPr lang="en-IN"/>
        </a:p>
      </dgm:t>
    </dgm:pt>
    <dgm:pt modelId="{6076434E-5F20-4A8D-A6DA-D2908F8D8778}">
      <dgm:prSet phldrT="[Text]"/>
      <dgm:spPr/>
      <dgm:t>
        <a:bodyPr/>
        <a:lstStyle/>
        <a:p>
          <a:r>
            <a:rPr lang="fr-FR" dirty="0">
              <a:solidFill>
                <a:schemeClr val="tx2">
                  <a:lumMod val="75000"/>
                </a:schemeClr>
              </a:solidFill>
            </a:rPr>
            <a:t> Interventions </a:t>
          </a:r>
          <a:r>
            <a:rPr lang="fr-FR" dirty="0" err="1">
              <a:solidFill>
                <a:schemeClr val="tx2">
                  <a:lumMod val="75000"/>
                </a:schemeClr>
              </a:solidFill>
            </a:rPr>
            <a:t>consider</a:t>
          </a:r>
          <a:r>
            <a:rPr lang="fr-FR" dirty="0">
              <a:solidFill>
                <a:schemeClr val="tx2">
                  <a:lumMod val="75000"/>
                </a:schemeClr>
              </a:solidFill>
            </a:rPr>
            <a:t> </a:t>
          </a:r>
          <a:r>
            <a:rPr lang="fr-FR" dirty="0" err="1">
              <a:solidFill>
                <a:schemeClr val="tx2">
                  <a:lumMod val="75000"/>
                </a:schemeClr>
              </a:solidFill>
            </a:rPr>
            <a:t>attendance</a:t>
          </a:r>
          <a:r>
            <a:rPr lang="fr-FR" dirty="0">
              <a:solidFill>
                <a:schemeClr val="tx2">
                  <a:lumMod val="75000"/>
                </a:schemeClr>
              </a:solidFill>
            </a:rPr>
            <a:t>, GPA, </a:t>
          </a:r>
          <a:r>
            <a:rPr lang="fr-FR" dirty="0" err="1">
              <a:solidFill>
                <a:schemeClr val="tx2">
                  <a:lumMod val="75000"/>
                </a:schemeClr>
              </a:solidFill>
            </a:rPr>
            <a:t>fee</a:t>
          </a:r>
          <a:r>
            <a:rPr lang="fr-FR" dirty="0">
              <a:solidFill>
                <a:schemeClr val="tx2">
                  <a:lumMod val="75000"/>
                </a:schemeClr>
              </a:solidFill>
            </a:rPr>
            <a:t> </a:t>
          </a:r>
          <a:r>
            <a:rPr lang="fr-FR" dirty="0" err="1">
              <a:solidFill>
                <a:schemeClr val="tx2">
                  <a:lumMod val="75000"/>
                </a:schemeClr>
              </a:solidFill>
            </a:rPr>
            <a:t>status</a:t>
          </a:r>
          <a:r>
            <a:rPr lang="fr-FR" dirty="0">
              <a:solidFill>
                <a:schemeClr val="tx2">
                  <a:lumMod val="75000"/>
                </a:schemeClr>
              </a:solidFill>
            </a:rPr>
            <a:t>, etc.</a:t>
          </a:r>
          <a:endParaRPr lang="en-IN" dirty="0">
            <a:solidFill>
              <a:schemeClr val="tx2">
                <a:lumMod val="75000"/>
              </a:schemeClr>
            </a:solidFill>
          </a:endParaRPr>
        </a:p>
      </dgm:t>
    </dgm:pt>
    <dgm:pt modelId="{34145A46-E259-4FA9-B27A-6C619C8FFD09}" type="parTrans" cxnId="{B4124208-B651-4E53-A130-6EA50F03BA22}">
      <dgm:prSet/>
      <dgm:spPr/>
      <dgm:t>
        <a:bodyPr/>
        <a:lstStyle/>
        <a:p>
          <a:endParaRPr lang="en-IN"/>
        </a:p>
      </dgm:t>
    </dgm:pt>
    <dgm:pt modelId="{18D59B6A-24A3-40A8-8A25-01ECC43CFDD4}" type="sibTrans" cxnId="{B4124208-B651-4E53-A130-6EA50F03BA22}">
      <dgm:prSet/>
      <dgm:spPr/>
      <dgm:t>
        <a:bodyPr/>
        <a:lstStyle/>
        <a:p>
          <a:endParaRPr lang="en-IN"/>
        </a:p>
      </dgm:t>
    </dgm:pt>
    <dgm:pt modelId="{A41378B5-ACB7-455C-92BC-4918E10564F2}">
      <dgm:prSet phldrT="[Text]"/>
      <dgm:spPr/>
      <dgm:t>
        <a:bodyPr/>
        <a:lstStyle/>
        <a:p>
          <a:r>
            <a:rPr lang="en-US" dirty="0">
              <a:solidFill>
                <a:schemeClr val="tx2">
                  <a:lumMod val="75000"/>
                </a:schemeClr>
              </a:solidFill>
            </a:rPr>
            <a:t>pyttsx3 converts AI text into speech</a:t>
          </a:r>
          <a:endParaRPr lang="en-IN" dirty="0">
            <a:solidFill>
              <a:schemeClr val="tx2">
                <a:lumMod val="75000"/>
              </a:schemeClr>
            </a:solidFill>
          </a:endParaRPr>
        </a:p>
      </dgm:t>
    </dgm:pt>
    <dgm:pt modelId="{09B0CF3C-B998-4E1D-850B-F3F272220025}" type="parTrans" cxnId="{71590246-C747-423D-A010-28ED971DEDD8}">
      <dgm:prSet/>
      <dgm:spPr/>
      <dgm:t>
        <a:bodyPr/>
        <a:lstStyle/>
        <a:p>
          <a:endParaRPr lang="en-IN"/>
        </a:p>
      </dgm:t>
    </dgm:pt>
    <dgm:pt modelId="{BB81C398-EC19-4E76-B00C-4E563E7A55D9}" type="sibTrans" cxnId="{71590246-C747-423D-A010-28ED971DEDD8}">
      <dgm:prSet/>
      <dgm:spPr/>
      <dgm:t>
        <a:bodyPr/>
        <a:lstStyle/>
        <a:p>
          <a:endParaRPr lang="en-IN"/>
        </a:p>
      </dgm:t>
    </dgm:pt>
    <dgm:pt modelId="{127B6C5E-5031-45F8-B10A-7EFD02916B5B}">
      <dgm:prSet phldrT="[Text]"/>
      <dgm:spPr/>
      <dgm:t>
        <a:bodyPr/>
        <a:lstStyle/>
        <a:p>
          <a:r>
            <a:rPr lang="en-US" dirty="0">
              <a:solidFill>
                <a:schemeClr val="tx2">
                  <a:lumMod val="75000"/>
                </a:schemeClr>
              </a:solidFill>
            </a:rPr>
            <a:t>Students can listen to interventions as audio</a:t>
          </a:r>
          <a:endParaRPr lang="en-IN" dirty="0">
            <a:solidFill>
              <a:schemeClr val="tx2">
                <a:lumMod val="75000"/>
              </a:schemeClr>
            </a:solidFill>
          </a:endParaRPr>
        </a:p>
      </dgm:t>
    </dgm:pt>
    <dgm:pt modelId="{C12FF14C-0F3E-4B09-A879-2850B023CDF3}" type="parTrans" cxnId="{1938D560-96CA-4D79-BB93-4CF348EF087D}">
      <dgm:prSet/>
      <dgm:spPr/>
      <dgm:t>
        <a:bodyPr/>
        <a:lstStyle/>
        <a:p>
          <a:endParaRPr lang="en-IN"/>
        </a:p>
      </dgm:t>
    </dgm:pt>
    <dgm:pt modelId="{9C388B27-781E-40F5-9624-A1142A6BA853}" type="sibTrans" cxnId="{1938D560-96CA-4D79-BB93-4CF348EF087D}">
      <dgm:prSet/>
      <dgm:spPr/>
      <dgm:t>
        <a:bodyPr/>
        <a:lstStyle/>
        <a:p>
          <a:endParaRPr lang="en-IN"/>
        </a:p>
      </dgm:t>
    </dgm:pt>
    <dgm:pt modelId="{022CF81D-7217-4BDF-BA3A-1289DD13F1C2}" type="pres">
      <dgm:prSet presAssocID="{DCE853F3-E9AA-4F98-982F-C1035FAF84E7}" presName="Name0" presStyleCnt="0">
        <dgm:presLayoutVars>
          <dgm:chMax/>
          <dgm:chPref/>
          <dgm:dir/>
        </dgm:presLayoutVars>
      </dgm:prSet>
      <dgm:spPr/>
    </dgm:pt>
    <dgm:pt modelId="{1D256444-3294-41B0-A28A-A842560BE1C1}" type="pres">
      <dgm:prSet presAssocID="{A292CC6B-4B8A-49E0-BEA3-A702358897CD}" presName="parenttextcomposite" presStyleCnt="0"/>
      <dgm:spPr/>
    </dgm:pt>
    <dgm:pt modelId="{2A9D22CA-6F52-4D4E-A64C-978F869FA614}" type="pres">
      <dgm:prSet presAssocID="{A292CC6B-4B8A-49E0-BEA3-A702358897CD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777AA2D8-87FB-4CEB-B3C2-B77278BB4D98}" type="pres">
      <dgm:prSet presAssocID="{A292CC6B-4B8A-49E0-BEA3-A702358897CD}" presName="composite" presStyleCnt="0"/>
      <dgm:spPr/>
    </dgm:pt>
    <dgm:pt modelId="{70FA455F-BCE1-447F-8971-E470C6B1F0C2}" type="pres">
      <dgm:prSet presAssocID="{A292CC6B-4B8A-49E0-BEA3-A702358897CD}" presName="chevron1" presStyleLbl="alignNode1" presStyleIdx="0" presStyleCnt="21"/>
      <dgm:spPr/>
    </dgm:pt>
    <dgm:pt modelId="{DAE182AA-ACEE-4F5A-919E-56B879C338E0}" type="pres">
      <dgm:prSet presAssocID="{A292CC6B-4B8A-49E0-BEA3-A702358897CD}" presName="chevron2" presStyleLbl="alignNode1" presStyleIdx="1" presStyleCnt="21"/>
      <dgm:spPr/>
    </dgm:pt>
    <dgm:pt modelId="{A1E9232E-150E-44D7-8AA5-7C02E14A39B0}" type="pres">
      <dgm:prSet presAssocID="{A292CC6B-4B8A-49E0-BEA3-A702358897CD}" presName="chevron3" presStyleLbl="alignNode1" presStyleIdx="2" presStyleCnt="21"/>
      <dgm:spPr/>
    </dgm:pt>
    <dgm:pt modelId="{D0D1DCAF-1AEA-48A6-AD29-7BF63A7F9F18}" type="pres">
      <dgm:prSet presAssocID="{A292CC6B-4B8A-49E0-BEA3-A702358897CD}" presName="chevron4" presStyleLbl="alignNode1" presStyleIdx="3" presStyleCnt="21"/>
      <dgm:spPr/>
    </dgm:pt>
    <dgm:pt modelId="{BD0D2A9A-AC9A-4941-B5B2-03CE5182023C}" type="pres">
      <dgm:prSet presAssocID="{A292CC6B-4B8A-49E0-BEA3-A702358897CD}" presName="chevron5" presStyleLbl="alignNode1" presStyleIdx="4" presStyleCnt="21"/>
      <dgm:spPr/>
    </dgm:pt>
    <dgm:pt modelId="{C3FF2F77-28CC-4A71-AD67-9D78AF93A492}" type="pres">
      <dgm:prSet presAssocID="{A292CC6B-4B8A-49E0-BEA3-A702358897CD}" presName="chevron6" presStyleLbl="alignNode1" presStyleIdx="5" presStyleCnt="21"/>
      <dgm:spPr/>
    </dgm:pt>
    <dgm:pt modelId="{A6DDD3F5-E0A3-49FD-90FF-FBB41742C16B}" type="pres">
      <dgm:prSet presAssocID="{A292CC6B-4B8A-49E0-BEA3-A702358897CD}" presName="chevron7" presStyleLbl="alignNode1" presStyleIdx="6" presStyleCnt="21"/>
      <dgm:spPr/>
    </dgm:pt>
    <dgm:pt modelId="{249C18DF-C282-456C-93E6-29DD9FCC4D53}" type="pres">
      <dgm:prSet presAssocID="{A292CC6B-4B8A-49E0-BEA3-A702358897CD}" presName="childtext" presStyleLbl="solidFgAcc1" presStyleIdx="0" presStyleCnt="2">
        <dgm:presLayoutVars>
          <dgm:chMax/>
          <dgm:chPref val="0"/>
          <dgm:bulletEnabled val="1"/>
        </dgm:presLayoutVars>
      </dgm:prSet>
      <dgm:spPr/>
    </dgm:pt>
    <dgm:pt modelId="{0C2865AE-78DB-408B-9ED7-67B8B699CE13}" type="pres">
      <dgm:prSet presAssocID="{EA1366A9-A60D-47CF-8F71-F5ABB791C535}" presName="sibTrans" presStyleCnt="0"/>
      <dgm:spPr/>
    </dgm:pt>
    <dgm:pt modelId="{4F56C48A-3F76-4686-8D5A-D38D74A13B27}" type="pres">
      <dgm:prSet presAssocID="{6076434E-5F20-4A8D-A6DA-D2908F8D8778}" presName="parenttextcomposite" presStyleCnt="0"/>
      <dgm:spPr/>
    </dgm:pt>
    <dgm:pt modelId="{062AABBB-D414-4FF3-BEBC-B55E9F1D0DC8}" type="pres">
      <dgm:prSet presAssocID="{6076434E-5F20-4A8D-A6DA-D2908F8D8778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5CC83C45-AE5F-4D42-9EBD-925C2D4E6A56}" type="pres">
      <dgm:prSet presAssocID="{6076434E-5F20-4A8D-A6DA-D2908F8D8778}" presName="composite" presStyleCnt="0"/>
      <dgm:spPr/>
    </dgm:pt>
    <dgm:pt modelId="{477C95D0-3EF0-46D3-8327-684761688604}" type="pres">
      <dgm:prSet presAssocID="{6076434E-5F20-4A8D-A6DA-D2908F8D8778}" presName="chevron1" presStyleLbl="alignNode1" presStyleIdx="7" presStyleCnt="21"/>
      <dgm:spPr/>
    </dgm:pt>
    <dgm:pt modelId="{466B3711-BC75-4D17-9C68-B264A3A2FF38}" type="pres">
      <dgm:prSet presAssocID="{6076434E-5F20-4A8D-A6DA-D2908F8D8778}" presName="chevron2" presStyleLbl="alignNode1" presStyleIdx="8" presStyleCnt="21"/>
      <dgm:spPr/>
    </dgm:pt>
    <dgm:pt modelId="{CE16BA97-AC84-4933-B3FD-57CE99C79ABC}" type="pres">
      <dgm:prSet presAssocID="{6076434E-5F20-4A8D-A6DA-D2908F8D8778}" presName="chevron3" presStyleLbl="alignNode1" presStyleIdx="9" presStyleCnt="21"/>
      <dgm:spPr/>
    </dgm:pt>
    <dgm:pt modelId="{7BACB05F-DFAC-4587-86B1-5FA80D2AA9F2}" type="pres">
      <dgm:prSet presAssocID="{6076434E-5F20-4A8D-A6DA-D2908F8D8778}" presName="chevron4" presStyleLbl="alignNode1" presStyleIdx="10" presStyleCnt="21"/>
      <dgm:spPr/>
    </dgm:pt>
    <dgm:pt modelId="{4E1B6893-D8D9-4180-A2DC-1F2BF3B0640B}" type="pres">
      <dgm:prSet presAssocID="{6076434E-5F20-4A8D-A6DA-D2908F8D8778}" presName="chevron5" presStyleLbl="alignNode1" presStyleIdx="11" presStyleCnt="21"/>
      <dgm:spPr/>
    </dgm:pt>
    <dgm:pt modelId="{E0EE038F-E81B-4A40-ACA3-920756F69E5F}" type="pres">
      <dgm:prSet presAssocID="{6076434E-5F20-4A8D-A6DA-D2908F8D8778}" presName="chevron6" presStyleLbl="alignNode1" presStyleIdx="12" presStyleCnt="21"/>
      <dgm:spPr/>
    </dgm:pt>
    <dgm:pt modelId="{57462DCE-D4AB-4EF0-BA39-56855A998016}" type="pres">
      <dgm:prSet presAssocID="{6076434E-5F20-4A8D-A6DA-D2908F8D8778}" presName="chevron7" presStyleLbl="alignNode1" presStyleIdx="13" presStyleCnt="21"/>
      <dgm:spPr/>
    </dgm:pt>
    <dgm:pt modelId="{D695E74B-7B31-4F35-84AA-D76679E36BA9}" type="pres">
      <dgm:prSet presAssocID="{6076434E-5F20-4A8D-A6DA-D2908F8D8778}" presName="childtext" presStyleLbl="solidFgAcc1" presStyleIdx="1" presStyleCnt="2">
        <dgm:presLayoutVars>
          <dgm:chMax/>
          <dgm:chPref val="0"/>
          <dgm:bulletEnabled val="1"/>
        </dgm:presLayoutVars>
      </dgm:prSet>
      <dgm:spPr/>
    </dgm:pt>
    <dgm:pt modelId="{0E35E940-1A6A-4683-8588-102E91F1F4C8}" type="pres">
      <dgm:prSet presAssocID="{18D59B6A-24A3-40A8-8A25-01ECC43CFDD4}" presName="sibTrans" presStyleCnt="0"/>
      <dgm:spPr/>
    </dgm:pt>
    <dgm:pt modelId="{462AE792-9304-4D60-8E46-3184C4FB6A8C}" type="pres">
      <dgm:prSet presAssocID="{127B6C5E-5031-45F8-B10A-7EFD02916B5B}" presName="parenttextcomposite" presStyleCnt="0"/>
      <dgm:spPr/>
    </dgm:pt>
    <dgm:pt modelId="{6B032492-591A-4E2F-8FEC-7E769B91F1BF}" type="pres">
      <dgm:prSet presAssocID="{127B6C5E-5031-45F8-B10A-7EFD02916B5B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0A7DF804-7267-4C64-84DE-03A3C2825268}" type="pres">
      <dgm:prSet presAssocID="{127B6C5E-5031-45F8-B10A-7EFD02916B5B}" presName="parallelogramComposite" presStyleCnt="0"/>
      <dgm:spPr/>
    </dgm:pt>
    <dgm:pt modelId="{BD43D4D3-52D9-40B9-82F7-9763B4EAF947}" type="pres">
      <dgm:prSet presAssocID="{127B6C5E-5031-45F8-B10A-7EFD02916B5B}" presName="parallelogram1" presStyleLbl="alignNode1" presStyleIdx="14" presStyleCnt="21"/>
      <dgm:spPr/>
    </dgm:pt>
    <dgm:pt modelId="{E6ED6046-D33F-418F-97A1-568BB6B6FCA8}" type="pres">
      <dgm:prSet presAssocID="{127B6C5E-5031-45F8-B10A-7EFD02916B5B}" presName="parallelogram2" presStyleLbl="alignNode1" presStyleIdx="15" presStyleCnt="21"/>
      <dgm:spPr/>
    </dgm:pt>
    <dgm:pt modelId="{87B737B5-9C40-4A89-8A3F-2636623EFC67}" type="pres">
      <dgm:prSet presAssocID="{127B6C5E-5031-45F8-B10A-7EFD02916B5B}" presName="parallelogram3" presStyleLbl="alignNode1" presStyleIdx="16" presStyleCnt="21"/>
      <dgm:spPr/>
    </dgm:pt>
    <dgm:pt modelId="{FD2A61C9-8A29-4B21-A96A-58CAC3F22ED9}" type="pres">
      <dgm:prSet presAssocID="{127B6C5E-5031-45F8-B10A-7EFD02916B5B}" presName="parallelogram4" presStyleLbl="alignNode1" presStyleIdx="17" presStyleCnt="21"/>
      <dgm:spPr/>
    </dgm:pt>
    <dgm:pt modelId="{FE6C3616-9D83-4D3E-A314-21E098C0DAC1}" type="pres">
      <dgm:prSet presAssocID="{127B6C5E-5031-45F8-B10A-7EFD02916B5B}" presName="parallelogram5" presStyleLbl="alignNode1" presStyleIdx="18" presStyleCnt="21"/>
      <dgm:spPr/>
    </dgm:pt>
    <dgm:pt modelId="{7CAA7C81-C7CA-413A-B2AA-68712D6DDCE7}" type="pres">
      <dgm:prSet presAssocID="{127B6C5E-5031-45F8-B10A-7EFD02916B5B}" presName="parallelogram6" presStyleLbl="alignNode1" presStyleIdx="19" presStyleCnt="21"/>
      <dgm:spPr/>
    </dgm:pt>
    <dgm:pt modelId="{0E5CAD2C-2D70-4873-AA5E-12AE00ADC9B5}" type="pres">
      <dgm:prSet presAssocID="{127B6C5E-5031-45F8-B10A-7EFD02916B5B}" presName="parallelogram7" presStyleLbl="alignNode1" presStyleIdx="20" presStyleCnt="21"/>
      <dgm:spPr/>
    </dgm:pt>
  </dgm:ptLst>
  <dgm:cxnLst>
    <dgm:cxn modelId="{B4124208-B651-4E53-A130-6EA50F03BA22}" srcId="{DCE853F3-E9AA-4F98-982F-C1035FAF84E7}" destId="{6076434E-5F20-4A8D-A6DA-D2908F8D8778}" srcOrd="1" destOrd="0" parTransId="{34145A46-E259-4FA9-B27A-6C619C8FFD09}" sibTransId="{18D59B6A-24A3-40A8-8A25-01ECC43CFDD4}"/>
    <dgm:cxn modelId="{A85FE631-4DA9-455E-900F-898310C34013}" srcId="{DCE853F3-E9AA-4F98-982F-C1035FAF84E7}" destId="{A292CC6B-4B8A-49E0-BEA3-A702358897CD}" srcOrd="0" destOrd="0" parTransId="{24165F2B-E4B2-42D5-A6A8-57E653F52E6B}" sibTransId="{EA1366A9-A60D-47CF-8F71-F5ABB791C535}"/>
    <dgm:cxn modelId="{1938D560-96CA-4D79-BB93-4CF348EF087D}" srcId="{DCE853F3-E9AA-4F98-982F-C1035FAF84E7}" destId="{127B6C5E-5031-45F8-B10A-7EFD02916B5B}" srcOrd="2" destOrd="0" parTransId="{C12FF14C-0F3E-4B09-A879-2850B023CDF3}" sibTransId="{9C388B27-781E-40F5-9624-A1142A6BA853}"/>
    <dgm:cxn modelId="{DAC8C442-47B1-441C-BF7B-92939A8871E4}" srcId="{A292CC6B-4B8A-49E0-BEA3-A702358897CD}" destId="{1DA1162D-6115-4CBE-AAA4-002D5F18DB73}" srcOrd="0" destOrd="0" parTransId="{BE220FF1-E1C8-45FC-9D3F-C2970FD6D34A}" sibTransId="{360B4E89-DED7-4657-9B09-6F148968266D}"/>
    <dgm:cxn modelId="{71590246-C747-423D-A010-28ED971DEDD8}" srcId="{6076434E-5F20-4A8D-A6DA-D2908F8D8778}" destId="{A41378B5-ACB7-455C-92BC-4918E10564F2}" srcOrd="0" destOrd="0" parTransId="{09B0CF3C-B998-4E1D-850B-F3F272220025}" sibTransId="{BB81C398-EC19-4E76-B00C-4E563E7A55D9}"/>
    <dgm:cxn modelId="{7DA29E77-F995-4BF6-9BC2-FE020C065030}" type="presOf" srcId="{A292CC6B-4B8A-49E0-BEA3-A702358897CD}" destId="{2A9D22CA-6F52-4D4E-A64C-978F869FA614}" srcOrd="0" destOrd="0" presId="urn:microsoft.com/office/officeart/2008/layout/VerticalAccentList"/>
    <dgm:cxn modelId="{0D13DCA8-B1E8-4721-97BB-0EEF4A55DABF}" type="presOf" srcId="{DCE853F3-E9AA-4F98-982F-C1035FAF84E7}" destId="{022CF81D-7217-4BDF-BA3A-1289DD13F1C2}" srcOrd="0" destOrd="0" presId="urn:microsoft.com/office/officeart/2008/layout/VerticalAccentList"/>
    <dgm:cxn modelId="{85D993AC-361E-4773-A060-FF2EB5E9CB13}" type="presOf" srcId="{A41378B5-ACB7-455C-92BC-4918E10564F2}" destId="{D695E74B-7B31-4F35-84AA-D76679E36BA9}" srcOrd="0" destOrd="0" presId="urn:microsoft.com/office/officeart/2008/layout/VerticalAccentList"/>
    <dgm:cxn modelId="{7F7299DA-EC77-4BF1-A9ED-B08B5CE47EA4}" type="presOf" srcId="{127B6C5E-5031-45F8-B10A-7EFD02916B5B}" destId="{6B032492-591A-4E2F-8FEC-7E769B91F1BF}" srcOrd="0" destOrd="0" presId="urn:microsoft.com/office/officeart/2008/layout/VerticalAccentList"/>
    <dgm:cxn modelId="{AB2C22E4-D018-4FD6-BA96-FC64D225660A}" type="presOf" srcId="{6076434E-5F20-4A8D-A6DA-D2908F8D8778}" destId="{062AABBB-D414-4FF3-BEBC-B55E9F1D0DC8}" srcOrd="0" destOrd="0" presId="urn:microsoft.com/office/officeart/2008/layout/VerticalAccentList"/>
    <dgm:cxn modelId="{49B703F1-7105-41B9-BDBE-62832A08D9EC}" type="presOf" srcId="{1DA1162D-6115-4CBE-AAA4-002D5F18DB73}" destId="{249C18DF-C282-456C-93E6-29DD9FCC4D53}" srcOrd="0" destOrd="0" presId="urn:microsoft.com/office/officeart/2008/layout/VerticalAccentList"/>
    <dgm:cxn modelId="{2A78F073-5D23-4C3A-80B5-C921B945E9E8}" type="presParOf" srcId="{022CF81D-7217-4BDF-BA3A-1289DD13F1C2}" destId="{1D256444-3294-41B0-A28A-A842560BE1C1}" srcOrd="0" destOrd="0" presId="urn:microsoft.com/office/officeart/2008/layout/VerticalAccentList"/>
    <dgm:cxn modelId="{8C70A68B-1D17-4D96-8D02-85608182AD47}" type="presParOf" srcId="{1D256444-3294-41B0-A28A-A842560BE1C1}" destId="{2A9D22CA-6F52-4D4E-A64C-978F869FA614}" srcOrd="0" destOrd="0" presId="urn:microsoft.com/office/officeart/2008/layout/VerticalAccentList"/>
    <dgm:cxn modelId="{DC0146A1-4A12-46E4-B3C6-5C3ADFE48E21}" type="presParOf" srcId="{022CF81D-7217-4BDF-BA3A-1289DD13F1C2}" destId="{777AA2D8-87FB-4CEB-B3C2-B77278BB4D98}" srcOrd="1" destOrd="0" presId="urn:microsoft.com/office/officeart/2008/layout/VerticalAccentList"/>
    <dgm:cxn modelId="{3EA49136-EF0B-4848-B0B2-1BAA58E8B4BB}" type="presParOf" srcId="{777AA2D8-87FB-4CEB-B3C2-B77278BB4D98}" destId="{70FA455F-BCE1-447F-8971-E470C6B1F0C2}" srcOrd="0" destOrd="0" presId="urn:microsoft.com/office/officeart/2008/layout/VerticalAccentList"/>
    <dgm:cxn modelId="{943862C6-7C7B-40BE-A3F1-22E2B9121240}" type="presParOf" srcId="{777AA2D8-87FB-4CEB-B3C2-B77278BB4D98}" destId="{DAE182AA-ACEE-4F5A-919E-56B879C338E0}" srcOrd="1" destOrd="0" presId="urn:microsoft.com/office/officeart/2008/layout/VerticalAccentList"/>
    <dgm:cxn modelId="{4E565068-EEA1-43A2-AD6B-6790281EB4AA}" type="presParOf" srcId="{777AA2D8-87FB-4CEB-B3C2-B77278BB4D98}" destId="{A1E9232E-150E-44D7-8AA5-7C02E14A39B0}" srcOrd="2" destOrd="0" presId="urn:microsoft.com/office/officeart/2008/layout/VerticalAccentList"/>
    <dgm:cxn modelId="{E5E70B7A-1E92-49C9-81E3-CC6BCD008928}" type="presParOf" srcId="{777AA2D8-87FB-4CEB-B3C2-B77278BB4D98}" destId="{D0D1DCAF-1AEA-48A6-AD29-7BF63A7F9F18}" srcOrd="3" destOrd="0" presId="urn:microsoft.com/office/officeart/2008/layout/VerticalAccentList"/>
    <dgm:cxn modelId="{8EC792E7-AA4D-45F1-B695-52F362EADEC5}" type="presParOf" srcId="{777AA2D8-87FB-4CEB-B3C2-B77278BB4D98}" destId="{BD0D2A9A-AC9A-4941-B5B2-03CE5182023C}" srcOrd="4" destOrd="0" presId="urn:microsoft.com/office/officeart/2008/layout/VerticalAccentList"/>
    <dgm:cxn modelId="{B5C548F9-4DE7-4D94-8D0E-D4994ED755A6}" type="presParOf" srcId="{777AA2D8-87FB-4CEB-B3C2-B77278BB4D98}" destId="{C3FF2F77-28CC-4A71-AD67-9D78AF93A492}" srcOrd="5" destOrd="0" presId="urn:microsoft.com/office/officeart/2008/layout/VerticalAccentList"/>
    <dgm:cxn modelId="{9A8A5A64-0937-47E8-9517-3D7FFA9190F4}" type="presParOf" srcId="{777AA2D8-87FB-4CEB-B3C2-B77278BB4D98}" destId="{A6DDD3F5-E0A3-49FD-90FF-FBB41742C16B}" srcOrd="6" destOrd="0" presId="urn:microsoft.com/office/officeart/2008/layout/VerticalAccentList"/>
    <dgm:cxn modelId="{AFB1A32D-7982-4B58-BC21-C85197D2B3AC}" type="presParOf" srcId="{777AA2D8-87FB-4CEB-B3C2-B77278BB4D98}" destId="{249C18DF-C282-456C-93E6-29DD9FCC4D53}" srcOrd="7" destOrd="0" presId="urn:microsoft.com/office/officeart/2008/layout/VerticalAccentList"/>
    <dgm:cxn modelId="{A0B57D1A-0BA0-4520-8AEA-2FAA8545F05E}" type="presParOf" srcId="{022CF81D-7217-4BDF-BA3A-1289DD13F1C2}" destId="{0C2865AE-78DB-408B-9ED7-67B8B699CE13}" srcOrd="2" destOrd="0" presId="urn:microsoft.com/office/officeart/2008/layout/VerticalAccentList"/>
    <dgm:cxn modelId="{4E3CF4C7-1443-4AAB-824C-AB39B093A13E}" type="presParOf" srcId="{022CF81D-7217-4BDF-BA3A-1289DD13F1C2}" destId="{4F56C48A-3F76-4686-8D5A-D38D74A13B27}" srcOrd="3" destOrd="0" presId="urn:microsoft.com/office/officeart/2008/layout/VerticalAccentList"/>
    <dgm:cxn modelId="{F7F78BF7-F49A-4FFF-905C-6A986BB73655}" type="presParOf" srcId="{4F56C48A-3F76-4686-8D5A-D38D74A13B27}" destId="{062AABBB-D414-4FF3-BEBC-B55E9F1D0DC8}" srcOrd="0" destOrd="0" presId="urn:microsoft.com/office/officeart/2008/layout/VerticalAccentList"/>
    <dgm:cxn modelId="{28EF2D48-B2A0-43EA-A071-E84B61C82E88}" type="presParOf" srcId="{022CF81D-7217-4BDF-BA3A-1289DD13F1C2}" destId="{5CC83C45-AE5F-4D42-9EBD-925C2D4E6A56}" srcOrd="4" destOrd="0" presId="urn:microsoft.com/office/officeart/2008/layout/VerticalAccentList"/>
    <dgm:cxn modelId="{20ACE67D-1135-4CCA-925B-548851A6AD28}" type="presParOf" srcId="{5CC83C45-AE5F-4D42-9EBD-925C2D4E6A56}" destId="{477C95D0-3EF0-46D3-8327-684761688604}" srcOrd="0" destOrd="0" presId="urn:microsoft.com/office/officeart/2008/layout/VerticalAccentList"/>
    <dgm:cxn modelId="{0CDC28A7-E2E1-46D2-AA8B-56D26BD029AF}" type="presParOf" srcId="{5CC83C45-AE5F-4D42-9EBD-925C2D4E6A56}" destId="{466B3711-BC75-4D17-9C68-B264A3A2FF38}" srcOrd="1" destOrd="0" presId="urn:microsoft.com/office/officeart/2008/layout/VerticalAccentList"/>
    <dgm:cxn modelId="{9A1F0978-C9DA-4F95-B94E-8349F5D767C6}" type="presParOf" srcId="{5CC83C45-AE5F-4D42-9EBD-925C2D4E6A56}" destId="{CE16BA97-AC84-4933-B3FD-57CE99C79ABC}" srcOrd="2" destOrd="0" presId="urn:microsoft.com/office/officeart/2008/layout/VerticalAccentList"/>
    <dgm:cxn modelId="{DCDB2A40-49FC-4C98-AAF1-D1EB4F40073F}" type="presParOf" srcId="{5CC83C45-AE5F-4D42-9EBD-925C2D4E6A56}" destId="{7BACB05F-DFAC-4587-86B1-5FA80D2AA9F2}" srcOrd="3" destOrd="0" presId="urn:microsoft.com/office/officeart/2008/layout/VerticalAccentList"/>
    <dgm:cxn modelId="{E9AE5D63-4986-4677-A400-B853D2F1085F}" type="presParOf" srcId="{5CC83C45-AE5F-4D42-9EBD-925C2D4E6A56}" destId="{4E1B6893-D8D9-4180-A2DC-1F2BF3B0640B}" srcOrd="4" destOrd="0" presId="urn:microsoft.com/office/officeart/2008/layout/VerticalAccentList"/>
    <dgm:cxn modelId="{E382D8F0-AA80-43D2-8046-74706C7E12DC}" type="presParOf" srcId="{5CC83C45-AE5F-4D42-9EBD-925C2D4E6A56}" destId="{E0EE038F-E81B-4A40-ACA3-920756F69E5F}" srcOrd="5" destOrd="0" presId="urn:microsoft.com/office/officeart/2008/layout/VerticalAccentList"/>
    <dgm:cxn modelId="{DE1B9624-2CA8-45DE-A181-02B98A0AA9BA}" type="presParOf" srcId="{5CC83C45-AE5F-4D42-9EBD-925C2D4E6A56}" destId="{57462DCE-D4AB-4EF0-BA39-56855A998016}" srcOrd="6" destOrd="0" presId="urn:microsoft.com/office/officeart/2008/layout/VerticalAccentList"/>
    <dgm:cxn modelId="{F51EFD87-1160-461B-B66A-570CBB96025A}" type="presParOf" srcId="{5CC83C45-AE5F-4D42-9EBD-925C2D4E6A56}" destId="{D695E74B-7B31-4F35-84AA-D76679E36BA9}" srcOrd="7" destOrd="0" presId="urn:microsoft.com/office/officeart/2008/layout/VerticalAccentList"/>
    <dgm:cxn modelId="{C45B89A5-B405-4A25-A937-70D3E8912C80}" type="presParOf" srcId="{022CF81D-7217-4BDF-BA3A-1289DD13F1C2}" destId="{0E35E940-1A6A-4683-8588-102E91F1F4C8}" srcOrd="5" destOrd="0" presId="urn:microsoft.com/office/officeart/2008/layout/VerticalAccentList"/>
    <dgm:cxn modelId="{0CEDDD97-80EF-4255-A20A-9FBFED5C4CAA}" type="presParOf" srcId="{022CF81D-7217-4BDF-BA3A-1289DD13F1C2}" destId="{462AE792-9304-4D60-8E46-3184C4FB6A8C}" srcOrd="6" destOrd="0" presId="urn:microsoft.com/office/officeart/2008/layout/VerticalAccentList"/>
    <dgm:cxn modelId="{1DEAFD7C-41E6-4D5D-8E59-8D19B16E0725}" type="presParOf" srcId="{462AE792-9304-4D60-8E46-3184C4FB6A8C}" destId="{6B032492-591A-4E2F-8FEC-7E769B91F1BF}" srcOrd="0" destOrd="0" presId="urn:microsoft.com/office/officeart/2008/layout/VerticalAccentList"/>
    <dgm:cxn modelId="{1E7D5A66-3FB8-481E-8238-FCD64974CD00}" type="presParOf" srcId="{022CF81D-7217-4BDF-BA3A-1289DD13F1C2}" destId="{0A7DF804-7267-4C64-84DE-03A3C2825268}" srcOrd="7" destOrd="0" presId="urn:microsoft.com/office/officeart/2008/layout/VerticalAccentList"/>
    <dgm:cxn modelId="{A38DC456-66CE-4898-98A1-14C5AF0772C6}" type="presParOf" srcId="{0A7DF804-7267-4C64-84DE-03A3C2825268}" destId="{BD43D4D3-52D9-40B9-82F7-9763B4EAF947}" srcOrd="0" destOrd="0" presId="urn:microsoft.com/office/officeart/2008/layout/VerticalAccentList"/>
    <dgm:cxn modelId="{188CEBE2-6C83-4E7F-A1FB-D5B55EB5FA1E}" type="presParOf" srcId="{0A7DF804-7267-4C64-84DE-03A3C2825268}" destId="{E6ED6046-D33F-418F-97A1-568BB6B6FCA8}" srcOrd="1" destOrd="0" presId="urn:microsoft.com/office/officeart/2008/layout/VerticalAccentList"/>
    <dgm:cxn modelId="{D9AE3AD7-B732-465E-B518-6BA9BA26870B}" type="presParOf" srcId="{0A7DF804-7267-4C64-84DE-03A3C2825268}" destId="{87B737B5-9C40-4A89-8A3F-2636623EFC67}" srcOrd="2" destOrd="0" presId="urn:microsoft.com/office/officeart/2008/layout/VerticalAccentList"/>
    <dgm:cxn modelId="{C38E8621-BBFF-477E-9636-239D7BC53D41}" type="presParOf" srcId="{0A7DF804-7267-4C64-84DE-03A3C2825268}" destId="{FD2A61C9-8A29-4B21-A96A-58CAC3F22ED9}" srcOrd="3" destOrd="0" presId="urn:microsoft.com/office/officeart/2008/layout/VerticalAccentList"/>
    <dgm:cxn modelId="{172CCE96-22A4-4A71-B755-F15D34F4B9C6}" type="presParOf" srcId="{0A7DF804-7267-4C64-84DE-03A3C2825268}" destId="{FE6C3616-9D83-4D3E-A314-21E098C0DAC1}" srcOrd="4" destOrd="0" presId="urn:microsoft.com/office/officeart/2008/layout/VerticalAccentList"/>
    <dgm:cxn modelId="{D8C2F35E-B2C8-4332-BA1C-0B734666C653}" type="presParOf" srcId="{0A7DF804-7267-4C64-84DE-03A3C2825268}" destId="{7CAA7C81-C7CA-413A-B2AA-68712D6DDCE7}" srcOrd="5" destOrd="0" presId="urn:microsoft.com/office/officeart/2008/layout/VerticalAccentList"/>
    <dgm:cxn modelId="{20D64A42-A06E-4BE2-8CA2-BACFD85E7D2E}" type="presParOf" srcId="{0A7DF804-7267-4C64-84DE-03A3C2825268}" destId="{0E5CAD2C-2D70-4873-AA5E-12AE00ADC9B5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B7598D-D3E2-4AAE-B5D7-3591E85E4FA9}" type="doc">
      <dgm:prSet loTypeId="urn:microsoft.com/office/officeart/2005/8/layout/pList1" loCatId="list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270E0129-0248-4539-A515-D5DE3A8C3B3A}">
      <dgm:prSet/>
      <dgm:spPr/>
      <dgm:t>
        <a:bodyPr/>
        <a:lstStyle/>
        <a:p>
          <a:r>
            <a:rPr lang="en-IN" dirty="0">
              <a:solidFill>
                <a:schemeClr val="tx2">
                  <a:lumMod val="75000"/>
                </a:schemeClr>
              </a:solidFill>
            </a:rPr>
            <a:t>Login/Signup/Forgot Password</a:t>
          </a:r>
        </a:p>
      </dgm:t>
    </dgm:pt>
    <dgm:pt modelId="{AF5F9F80-EE42-4A62-BE16-B48BCCABB6DA}" type="parTrans" cxnId="{2626CDA3-BE07-498F-8F8B-0748DDB9F54F}">
      <dgm:prSet/>
      <dgm:spPr/>
      <dgm:t>
        <a:bodyPr/>
        <a:lstStyle/>
        <a:p>
          <a:endParaRPr lang="en-IN"/>
        </a:p>
      </dgm:t>
    </dgm:pt>
    <dgm:pt modelId="{00B38FE2-F41C-4E17-AECB-134070E97540}" type="sibTrans" cxnId="{2626CDA3-BE07-498F-8F8B-0748DDB9F54F}">
      <dgm:prSet/>
      <dgm:spPr/>
      <dgm:t>
        <a:bodyPr/>
        <a:lstStyle/>
        <a:p>
          <a:endParaRPr lang="en-IN"/>
        </a:p>
      </dgm:t>
    </dgm:pt>
    <dgm:pt modelId="{A1099789-6BFE-4DB7-9F4F-07183BC4D502}">
      <dgm:prSet/>
      <dgm:spPr/>
      <dgm:t>
        <a:bodyPr/>
        <a:lstStyle/>
        <a:p>
          <a:r>
            <a:rPr lang="en-IN" dirty="0">
              <a:solidFill>
                <a:schemeClr val="tx2">
                  <a:lumMod val="75000"/>
                </a:schemeClr>
              </a:solidFill>
            </a:rPr>
            <a:t>Data Collection (manual input, CSV/Excel import)</a:t>
          </a:r>
        </a:p>
      </dgm:t>
    </dgm:pt>
    <dgm:pt modelId="{55BCEAF2-F361-45FD-87AE-701D4FD52B2D}" type="parTrans" cxnId="{ECD17BB9-7D46-4B0D-9DB2-EDB50E555F2B}">
      <dgm:prSet/>
      <dgm:spPr/>
      <dgm:t>
        <a:bodyPr/>
        <a:lstStyle/>
        <a:p>
          <a:endParaRPr lang="en-IN"/>
        </a:p>
      </dgm:t>
    </dgm:pt>
    <dgm:pt modelId="{BA35FF98-2F45-4043-BCA9-1CBFDE7799A3}" type="sibTrans" cxnId="{ECD17BB9-7D46-4B0D-9DB2-EDB50E555F2B}">
      <dgm:prSet/>
      <dgm:spPr/>
      <dgm:t>
        <a:bodyPr/>
        <a:lstStyle/>
        <a:p>
          <a:endParaRPr lang="en-IN"/>
        </a:p>
      </dgm:t>
    </dgm:pt>
    <dgm:pt modelId="{8957798C-C13A-42B6-B1DA-CC0A3DB71491}">
      <dgm:prSet/>
      <dgm:spPr/>
      <dgm:t>
        <a:bodyPr/>
        <a:lstStyle/>
        <a:p>
          <a:r>
            <a:rPr lang="en-IN" dirty="0">
              <a:solidFill>
                <a:schemeClr val="tx2">
                  <a:lumMod val="75000"/>
                </a:schemeClr>
              </a:solidFill>
            </a:rPr>
            <a:t>Risk Engine (attendance &amp; score thresholds)</a:t>
          </a:r>
        </a:p>
      </dgm:t>
    </dgm:pt>
    <dgm:pt modelId="{AC468D94-BCCA-4DB0-A378-58F3A0A94711}" type="parTrans" cxnId="{5779A49E-C048-44A1-9FF4-28716B7F90D6}">
      <dgm:prSet/>
      <dgm:spPr/>
      <dgm:t>
        <a:bodyPr/>
        <a:lstStyle/>
        <a:p>
          <a:endParaRPr lang="en-IN"/>
        </a:p>
      </dgm:t>
    </dgm:pt>
    <dgm:pt modelId="{CB48C20B-C628-422E-A019-37826F00DC17}" type="sibTrans" cxnId="{5779A49E-C048-44A1-9FF4-28716B7F90D6}">
      <dgm:prSet/>
      <dgm:spPr/>
      <dgm:t>
        <a:bodyPr/>
        <a:lstStyle/>
        <a:p>
          <a:endParaRPr lang="en-IN"/>
        </a:p>
      </dgm:t>
    </dgm:pt>
    <dgm:pt modelId="{33092948-BC93-47F1-ACF5-618383849F85}">
      <dgm:prSet/>
      <dgm:spPr/>
      <dgm:t>
        <a:bodyPr/>
        <a:lstStyle/>
        <a:p>
          <a:r>
            <a:rPr lang="en-IN" dirty="0">
              <a:solidFill>
                <a:schemeClr val="tx2">
                  <a:lumMod val="75000"/>
                </a:schemeClr>
              </a:solidFill>
            </a:rPr>
            <a:t>AI Mentor notes with audio playback</a:t>
          </a:r>
        </a:p>
      </dgm:t>
    </dgm:pt>
    <dgm:pt modelId="{D8F3A708-9DB8-4ACB-BAF4-9E4C8F407E32}" type="parTrans" cxnId="{068E6700-8346-4DCF-BD6F-A1B2D4742FC4}">
      <dgm:prSet/>
      <dgm:spPr/>
      <dgm:t>
        <a:bodyPr/>
        <a:lstStyle/>
        <a:p>
          <a:endParaRPr lang="en-IN"/>
        </a:p>
      </dgm:t>
    </dgm:pt>
    <dgm:pt modelId="{496DA39B-FF94-463A-B4E0-DA89DC3ECF70}" type="sibTrans" cxnId="{068E6700-8346-4DCF-BD6F-A1B2D4742FC4}">
      <dgm:prSet/>
      <dgm:spPr/>
      <dgm:t>
        <a:bodyPr/>
        <a:lstStyle/>
        <a:p>
          <a:endParaRPr lang="en-IN"/>
        </a:p>
      </dgm:t>
    </dgm:pt>
    <dgm:pt modelId="{C804964F-4E14-479C-8064-76B7FED23ADB}">
      <dgm:prSet/>
      <dgm:spPr/>
      <dgm:t>
        <a:bodyPr/>
        <a:lstStyle/>
        <a:p>
          <a:r>
            <a:rPr lang="en-IN" dirty="0">
              <a:solidFill>
                <a:schemeClr val="tx2">
                  <a:lumMod val="75000"/>
                </a:schemeClr>
              </a:solidFill>
            </a:rPr>
            <a:t>Dashboard (KPIs, charts, reports)</a:t>
          </a:r>
        </a:p>
      </dgm:t>
    </dgm:pt>
    <dgm:pt modelId="{642D7D1A-2D74-4108-96BA-C64A7B303E6C}" type="parTrans" cxnId="{82BECB3E-B813-44EE-B298-96F944DECE8D}">
      <dgm:prSet/>
      <dgm:spPr/>
      <dgm:t>
        <a:bodyPr/>
        <a:lstStyle/>
        <a:p>
          <a:endParaRPr lang="en-IN"/>
        </a:p>
      </dgm:t>
    </dgm:pt>
    <dgm:pt modelId="{9F9AB56B-61C8-4FF4-832E-FD21F278C92C}" type="sibTrans" cxnId="{82BECB3E-B813-44EE-B298-96F944DECE8D}">
      <dgm:prSet/>
      <dgm:spPr/>
      <dgm:t>
        <a:bodyPr/>
        <a:lstStyle/>
        <a:p>
          <a:endParaRPr lang="en-IN"/>
        </a:p>
      </dgm:t>
    </dgm:pt>
    <dgm:pt modelId="{59346C7D-1D82-4532-8DDB-7B148812E5E0}" type="pres">
      <dgm:prSet presAssocID="{17B7598D-D3E2-4AAE-B5D7-3591E85E4FA9}" presName="Name0" presStyleCnt="0">
        <dgm:presLayoutVars>
          <dgm:dir/>
          <dgm:resizeHandles val="exact"/>
        </dgm:presLayoutVars>
      </dgm:prSet>
      <dgm:spPr/>
    </dgm:pt>
    <dgm:pt modelId="{05E597C5-F2E9-4F7C-9F01-A51D2ADF5792}" type="pres">
      <dgm:prSet presAssocID="{270E0129-0248-4539-A515-D5DE3A8C3B3A}" presName="compNode" presStyleCnt="0"/>
      <dgm:spPr/>
    </dgm:pt>
    <dgm:pt modelId="{5B56CE98-439B-4365-A9B7-991704269E6B}" type="pres">
      <dgm:prSet presAssocID="{270E0129-0248-4539-A515-D5DE3A8C3B3A}" presName="pictRect" presStyleLbl="node1" presStyleIdx="0" presStyleCnt="5"/>
      <dgm:spPr>
        <a:blipFill rotWithShape="1">
          <a:blip xmlns:r="http://schemas.openxmlformats.org/officeDocument/2006/relationships" r:embed="rId1"/>
          <a:srcRect/>
          <a:stretch>
            <a:fillRect t="-25000" b="-25000"/>
          </a:stretch>
        </a:blipFill>
      </dgm:spPr>
    </dgm:pt>
    <dgm:pt modelId="{E211F4D3-B2CB-4117-B085-026997531A27}" type="pres">
      <dgm:prSet presAssocID="{270E0129-0248-4539-A515-D5DE3A8C3B3A}" presName="textRect" presStyleLbl="revTx" presStyleIdx="0" presStyleCnt="5">
        <dgm:presLayoutVars>
          <dgm:bulletEnabled val="1"/>
        </dgm:presLayoutVars>
      </dgm:prSet>
      <dgm:spPr/>
    </dgm:pt>
    <dgm:pt modelId="{A7653F09-905C-425A-880B-56036DD62F16}" type="pres">
      <dgm:prSet presAssocID="{00B38FE2-F41C-4E17-AECB-134070E97540}" presName="sibTrans" presStyleLbl="sibTrans2D1" presStyleIdx="0" presStyleCnt="0"/>
      <dgm:spPr/>
    </dgm:pt>
    <dgm:pt modelId="{94744FAA-A819-4D76-80B9-CD11487D9F41}" type="pres">
      <dgm:prSet presAssocID="{A1099789-6BFE-4DB7-9F4F-07183BC4D502}" presName="compNode" presStyleCnt="0"/>
      <dgm:spPr/>
    </dgm:pt>
    <dgm:pt modelId="{EE2E514D-2E10-4223-84A2-7D9151BC75E0}" type="pres">
      <dgm:prSet presAssocID="{A1099789-6BFE-4DB7-9F4F-07183BC4D502}" presName="pictRect" presStyleLbl="node1" presStyleIdx="1" presStyleCnt="5" custLinFactNeighborX="915" custLinFactNeighborY="-267"/>
      <dgm:spPr>
        <a:blipFill rotWithShape="1">
          <a:blip xmlns:r="http://schemas.openxmlformats.org/officeDocument/2006/relationships" r:embed="rId2"/>
          <a:srcRect/>
          <a:stretch>
            <a:fillRect l="-26000" r="-26000"/>
          </a:stretch>
        </a:blipFill>
      </dgm:spPr>
    </dgm:pt>
    <dgm:pt modelId="{5A466EA2-EB8C-480A-A2F2-4CAA47AC4FC2}" type="pres">
      <dgm:prSet presAssocID="{A1099789-6BFE-4DB7-9F4F-07183BC4D502}" presName="textRect" presStyleLbl="revTx" presStyleIdx="1" presStyleCnt="5">
        <dgm:presLayoutVars>
          <dgm:bulletEnabled val="1"/>
        </dgm:presLayoutVars>
      </dgm:prSet>
      <dgm:spPr/>
    </dgm:pt>
    <dgm:pt modelId="{DE94297C-D35B-4B3F-9C19-1088F1C82E7E}" type="pres">
      <dgm:prSet presAssocID="{BA35FF98-2F45-4043-BCA9-1CBFDE7799A3}" presName="sibTrans" presStyleLbl="sibTrans2D1" presStyleIdx="0" presStyleCnt="0"/>
      <dgm:spPr/>
    </dgm:pt>
    <dgm:pt modelId="{C89AD617-7C29-4A72-9D21-6D9E7C282A38}" type="pres">
      <dgm:prSet presAssocID="{8957798C-C13A-42B6-B1DA-CC0A3DB71491}" presName="compNode" presStyleCnt="0"/>
      <dgm:spPr/>
    </dgm:pt>
    <dgm:pt modelId="{4C65B87A-6F44-47BF-9612-6C0BA692FB23}" type="pres">
      <dgm:prSet presAssocID="{8957798C-C13A-42B6-B1DA-CC0A3DB71491}" presName="pictRect" presStyleLbl="node1" presStyleIdx="2" presStyleCnt="5"/>
      <dgm:spPr>
        <a:blipFill rotWithShape="1">
          <a:blip xmlns:r="http://schemas.openxmlformats.org/officeDocument/2006/relationships" r:embed="rId3"/>
          <a:srcRect/>
          <a:stretch>
            <a:fillRect l="-26000" r="-26000"/>
          </a:stretch>
        </a:blipFill>
      </dgm:spPr>
    </dgm:pt>
    <dgm:pt modelId="{6939C874-8A26-4503-8A6F-2E698B730BBD}" type="pres">
      <dgm:prSet presAssocID="{8957798C-C13A-42B6-B1DA-CC0A3DB71491}" presName="textRect" presStyleLbl="revTx" presStyleIdx="2" presStyleCnt="5">
        <dgm:presLayoutVars>
          <dgm:bulletEnabled val="1"/>
        </dgm:presLayoutVars>
      </dgm:prSet>
      <dgm:spPr/>
    </dgm:pt>
    <dgm:pt modelId="{41283809-BC27-4405-9088-5BF59BF8BF73}" type="pres">
      <dgm:prSet presAssocID="{CB48C20B-C628-422E-A019-37826F00DC17}" presName="sibTrans" presStyleLbl="sibTrans2D1" presStyleIdx="0" presStyleCnt="0"/>
      <dgm:spPr/>
    </dgm:pt>
    <dgm:pt modelId="{7CDC21C6-337C-4D44-B728-65C2D1950CD9}" type="pres">
      <dgm:prSet presAssocID="{33092948-BC93-47F1-ACF5-618383849F85}" presName="compNode" presStyleCnt="0"/>
      <dgm:spPr/>
    </dgm:pt>
    <dgm:pt modelId="{FDC435D7-1AFA-4330-9B2A-5C1EEF564AB5}" type="pres">
      <dgm:prSet presAssocID="{33092948-BC93-47F1-ACF5-618383849F85}" presName="pictRect" presStyleLbl="node1" presStyleIdx="3" presStyleCnt="5"/>
      <dgm:spPr>
        <a:blipFill rotWithShape="1">
          <a:blip xmlns:r="http://schemas.openxmlformats.org/officeDocument/2006/relationships" r:embed="rId4"/>
          <a:srcRect/>
          <a:stretch>
            <a:fillRect l="-26000" r="-26000"/>
          </a:stretch>
        </a:blipFill>
      </dgm:spPr>
    </dgm:pt>
    <dgm:pt modelId="{3E05E4DC-9145-4383-8EB5-EAE48B4B8CE8}" type="pres">
      <dgm:prSet presAssocID="{33092948-BC93-47F1-ACF5-618383849F85}" presName="textRect" presStyleLbl="revTx" presStyleIdx="3" presStyleCnt="5">
        <dgm:presLayoutVars>
          <dgm:bulletEnabled val="1"/>
        </dgm:presLayoutVars>
      </dgm:prSet>
      <dgm:spPr/>
    </dgm:pt>
    <dgm:pt modelId="{1FF1666D-71EE-44C1-A7FB-B77D435B24DB}" type="pres">
      <dgm:prSet presAssocID="{496DA39B-FF94-463A-B4E0-DA89DC3ECF70}" presName="sibTrans" presStyleLbl="sibTrans2D1" presStyleIdx="0" presStyleCnt="0"/>
      <dgm:spPr/>
    </dgm:pt>
    <dgm:pt modelId="{B447A0B8-7F09-4016-AEBC-62DD4A9FB0E0}" type="pres">
      <dgm:prSet presAssocID="{C804964F-4E14-479C-8064-76B7FED23ADB}" presName="compNode" presStyleCnt="0"/>
      <dgm:spPr/>
    </dgm:pt>
    <dgm:pt modelId="{F9B07592-54B9-4285-8212-FA3FC7CE53D3}" type="pres">
      <dgm:prSet presAssocID="{C804964F-4E14-479C-8064-76B7FED23ADB}" presName="pictRect" presStyleLbl="node1" presStyleIdx="4" presStyleCnt="5"/>
      <dgm:spPr>
        <a:blipFill>
          <a:blip xmlns:r="http://schemas.openxmlformats.org/officeDocument/2006/relationships" r:embed="rId5"/>
          <a:srcRect/>
          <a:stretch>
            <a:fillRect t="-6000" b="-6000"/>
          </a:stretch>
        </a:blipFill>
      </dgm:spPr>
    </dgm:pt>
    <dgm:pt modelId="{9B574849-319D-48A2-837E-7FDB45DC9F4A}" type="pres">
      <dgm:prSet presAssocID="{C804964F-4E14-479C-8064-76B7FED23ADB}" presName="textRect" presStyleLbl="revTx" presStyleIdx="4" presStyleCnt="5">
        <dgm:presLayoutVars>
          <dgm:bulletEnabled val="1"/>
        </dgm:presLayoutVars>
      </dgm:prSet>
      <dgm:spPr/>
    </dgm:pt>
  </dgm:ptLst>
  <dgm:cxnLst>
    <dgm:cxn modelId="{068E6700-8346-4DCF-BD6F-A1B2D4742FC4}" srcId="{17B7598D-D3E2-4AAE-B5D7-3591E85E4FA9}" destId="{33092948-BC93-47F1-ACF5-618383849F85}" srcOrd="3" destOrd="0" parTransId="{D8F3A708-9DB8-4ACB-BAF4-9E4C8F407E32}" sibTransId="{496DA39B-FF94-463A-B4E0-DA89DC3ECF70}"/>
    <dgm:cxn modelId="{46F86702-73E0-4573-94A3-BBC7427F6822}" type="presOf" srcId="{CB48C20B-C628-422E-A019-37826F00DC17}" destId="{41283809-BC27-4405-9088-5BF59BF8BF73}" srcOrd="0" destOrd="0" presId="urn:microsoft.com/office/officeart/2005/8/layout/pList1"/>
    <dgm:cxn modelId="{5119CA03-7980-485A-A3F6-8B92F6352C19}" type="presOf" srcId="{A1099789-6BFE-4DB7-9F4F-07183BC4D502}" destId="{5A466EA2-EB8C-480A-A2F2-4CAA47AC4FC2}" srcOrd="0" destOrd="0" presId="urn:microsoft.com/office/officeart/2005/8/layout/pList1"/>
    <dgm:cxn modelId="{816E9226-BC47-4C48-AE5D-D75BBCC10EC6}" type="presOf" srcId="{496DA39B-FF94-463A-B4E0-DA89DC3ECF70}" destId="{1FF1666D-71EE-44C1-A7FB-B77D435B24DB}" srcOrd="0" destOrd="0" presId="urn:microsoft.com/office/officeart/2005/8/layout/pList1"/>
    <dgm:cxn modelId="{CC522C34-2DB9-45AD-BE01-90E62BABAF20}" type="presOf" srcId="{BA35FF98-2F45-4043-BCA9-1CBFDE7799A3}" destId="{DE94297C-D35B-4B3F-9C19-1088F1C82E7E}" srcOrd="0" destOrd="0" presId="urn:microsoft.com/office/officeart/2005/8/layout/pList1"/>
    <dgm:cxn modelId="{82BECB3E-B813-44EE-B298-96F944DECE8D}" srcId="{17B7598D-D3E2-4AAE-B5D7-3591E85E4FA9}" destId="{C804964F-4E14-479C-8064-76B7FED23ADB}" srcOrd="4" destOrd="0" parTransId="{642D7D1A-2D74-4108-96BA-C64A7B303E6C}" sibTransId="{9F9AB56B-61C8-4FF4-832E-FD21F278C92C}"/>
    <dgm:cxn modelId="{56B4657E-75F9-4CB1-811E-AC8A543F90A1}" type="presOf" srcId="{00B38FE2-F41C-4E17-AECB-134070E97540}" destId="{A7653F09-905C-425A-880B-56036DD62F16}" srcOrd="0" destOrd="0" presId="urn:microsoft.com/office/officeart/2005/8/layout/pList1"/>
    <dgm:cxn modelId="{5779A49E-C048-44A1-9FF4-28716B7F90D6}" srcId="{17B7598D-D3E2-4AAE-B5D7-3591E85E4FA9}" destId="{8957798C-C13A-42B6-B1DA-CC0A3DB71491}" srcOrd="2" destOrd="0" parTransId="{AC468D94-BCCA-4DB0-A378-58F3A0A94711}" sibTransId="{CB48C20B-C628-422E-A019-37826F00DC17}"/>
    <dgm:cxn modelId="{2626CDA3-BE07-498F-8F8B-0748DDB9F54F}" srcId="{17B7598D-D3E2-4AAE-B5D7-3591E85E4FA9}" destId="{270E0129-0248-4539-A515-D5DE3A8C3B3A}" srcOrd="0" destOrd="0" parTransId="{AF5F9F80-EE42-4A62-BE16-B48BCCABB6DA}" sibTransId="{00B38FE2-F41C-4E17-AECB-134070E97540}"/>
    <dgm:cxn modelId="{66EDBCA5-00C1-426E-A3E6-4C0E316B3FE2}" type="presOf" srcId="{8957798C-C13A-42B6-B1DA-CC0A3DB71491}" destId="{6939C874-8A26-4503-8A6F-2E698B730BBD}" srcOrd="0" destOrd="0" presId="urn:microsoft.com/office/officeart/2005/8/layout/pList1"/>
    <dgm:cxn modelId="{ECD17BB9-7D46-4B0D-9DB2-EDB50E555F2B}" srcId="{17B7598D-D3E2-4AAE-B5D7-3591E85E4FA9}" destId="{A1099789-6BFE-4DB7-9F4F-07183BC4D502}" srcOrd="1" destOrd="0" parTransId="{55BCEAF2-F361-45FD-87AE-701D4FD52B2D}" sibTransId="{BA35FF98-2F45-4043-BCA9-1CBFDE7799A3}"/>
    <dgm:cxn modelId="{DAF37FC8-1ACD-49A3-9CD1-BF0AB37D5834}" type="presOf" srcId="{17B7598D-D3E2-4AAE-B5D7-3591E85E4FA9}" destId="{59346C7D-1D82-4532-8DDB-7B148812E5E0}" srcOrd="0" destOrd="0" presId="urn:microsoft.com/office/officeart/2005/8/layout/pList1"/>
    <dgm:cxn modelId="{2A4184CF-9D3A-46A7-9C0F-6FB6D6BAB579}" type="presOf" srcId="{33092948-BC93-47F1-ACF5-618383849F85}" destId="{3E05E4DC-9145-4383-8EB5-EAE48B4B8CE8}" srcOrd="0" destOrd="0" presId="urn:microsoft.com/office/officeart/2005/8/layout/pList1"/>
    <dgm:cxn modelId="{624B9BCF-F406-4A57-9EDB-79D14FB20AAC}" type="presOf" srcId="{C804964F-4E14-479C-8064-76B7FED23ADB}" destId="{9B574849-319D-48A2-837E-7FDB45DC9F4A}" srcOrd="0" destOrd="0" presId="urn:microsoft.com/office/officeart/2005/8/layout/pList1"/>
    <dgm:cxn modelId="{5F044DF2-1128-43C6-B8A3-CC1B40D6A901}" type="presOf" srcId="{270E0129-0248-4539-A515-D5DE3A8C3B3A}" destId="{E211F4D3-B2CB-4117-B085-026997531A27}" srcOrd="0" destOrd="0" presId="urn:microsoft.com/office/officeart/2005/8/layout/pList1"/>
    <dgm:cxn modelId="{6249D035-330F-4DD2-9AE3-805A9EE881FE}" type="presParOf" srcId="{59346C7D-1D82-4532-8DDB-7B148812E5E0}" destId="{05E597C5-F2E9-4F7C-9F01-A51D2ADF5792}" srcOrd="0" destOrd="0" presId="urn:microsoft.com/office/officeart/2005/8/layout/pList1"/>
    <dgm:cxn modelId="{8AC9670A-F5AA-42EF-AB73-FBD124FAB8F8}" type="presParOf" srcId="{05E597C5-F2E9-4F7C-9F01-A51D2ADF5792}" destId="{5B56CE98-439B-4365-A9B7-991704269E6B}" srcOrd="0" destOrd="0" presId="urn:microsoft.com/office/officeart/2005/8/layout/pList1"/>
    <dgm:cxn modelId="{49D60118-1FAE-4700-8E2E-712A6540BBCB}" type="presParOf" srcId="{05E597C5-F2E9-4F7C-9F01-A51D2ADF5792}" destId="{E211F4D3-B2CB-4117-B085-026997531A27}" srcOrd="1" destOrd="0" presId="urn:microsoft.com/office/officeart/2005/8/layout/pList1"/>
    <dgm:cxn modelId="{AB352813-4090-4F9A-9154-C26F9C047459}" type="presParOf" srcId="{59346C7D-1D82-4532-8DDB-7B148812E5E0}" destId="{A7653F09-905C-425A-880B-56036DD62F16}" srcOrd="1" destOrd="0" presId="urn:microsoft.com/office/officeart/2005/8/layout/pList1"/>
    <dgm:cxn modelId="{D4A5D5C2-7514-4773-A405-FB4E58386CA7}" type="presParOf" srcId="{59346C7D-1D82-4532-8DDB-7B148812E5E0}" destId="{94744FAA-A819-4D76-80B9-CD11487D9F41}" srcOrd="2" destOrd="0" presId="urn:microsoft.com/office/officeart/2005/8/layout/pList1"/>
    <dgm:cxn modelId="{94510BAA-E696-4A48-BCFB-9842717A1084}" type="presParOf" srcId="{94744FAA-A819-4D76-80B9-CD11487D9F41}" destId="{EE2E514D-2E10-4223-84A2-7D9151BC75E0}" srcOrd="0" destOrd="0" presId="urn:microsoft.com/office/officeart/2005/8/layout/pList1"/>
    <dgm:cxn modelId="{CB003093-6454-4BC0-96D3-D8DBDFAC596F}" type="presParOf" srcId="{94744FAA-A819-4D76-80B9-CD11487D9F41}" destId="{5A466EA2-EB8C-480A-A2F2-4CAA47AC4FC2}" srcOrd="1" destOrd="0" presId="urn:microsoft.com/office/officeart/2005/8/layout/pList1"/>
    <dgm:cxn modelId="{55E3BE3A-FC5A-4F91-A297-065D9BCA27AF}" type="presParOf" srcId="{59346C7D-1D82-4532-8DDB-7B148812E5E0}" destId="{DE94297C-D35B-4B3F-9C19-1088F1C82E7E}" srcOrd="3" destOrd="0" presId="urn:microsoft.com/office/officeart/2005/8/layout/pList1"/>
    <dgm:cxn modelId="{0E7B226F-9175-46D5-9B51-D078D9E3215B}" type="presParOf" srcId="{59346C7D-1D82-4532-8DDB-7B148812E5E0}" destId="{C89AD617-7C29-4A72-9D21-6D9E7C282A38}" srcOrd="4" destOrd="0" presId="urn:microsoft.com/office/officeart/2005/8/layout/pList1"/>
    <dgm:cxn modelId="{06876332-563E-4DB0-9401-2B7340AD9E78}" type="presParOf" srcId="{C89AD617-7C29-4A72-9D21-6D9E7C282A38}" destId="{4C65B87A-6F44-47BF-9612-6C0BA692FB23}" srcOrd="0" destOrd="0" presId="urn:microsoft.com/office/officeart/2005/8/layout/pList1"/>
    <dgm:cxn modelId="{0E3656D3-2B41-4EFD-B7AC-BD8DBFF2809C}" type="presParOf" srcId="{C89AD617-7C29-4A72-9D21-6D9E7C282A38}" destId="{6939C874-8A26-4503-8A6F-2E698B730BBD}" srcOrd="1" destOrd="0" presId="urn:microsoft.com/office/officeart/2005/8/layout/pList1"/>
    <dgm:cxn modelId="{B62B1C5E-DB35-4910-9DE0-5CB2E816C0C2}" type="presParOf" srcId="{59346C7D-1D82-4532-8DDB-7B148812E5E0}" destId="{41283809-BC27-4405-9088-5BF59BF8BF73}" srcOrd="5" destOrd="0" presId="urn:microsoft.com/office/officeart/2005/8/layout/pList1"/>
    <dgm:cxn modelId="{7B60E5CA-BE29-4AC0-A84F-0D036DA1DF8C}" type="presParOf" srcId="{59346C7D-1D82-4532-8DDB-7B148812E5E0}" destId="{7CDC21C6-337C-4D44-B728-65C2D1950CD9}" srcOrd="6" destOrd="0" presId="urn:microsoft.com/office/officeart/2005/8/layout/pList1"/>
    <dgm:cxn modelId="{E7380038-27BF-4198-84F0-3A2EA3947E70}" type="presParOf" srcId="{7CDC21C6-337C-4D44-B728-65C2D1950CD9}" destId="{FDC435D7-1AFA-4330-9B2A-5C1EEF564AB5}" srcOrd="0" destOrd="0" presId="urn:microsoft.com/office/officeart/2005/8/layout/pList1"/>
    <dgm:cxn modelId="{389F1640-4F39-46DF-9AA8-C611CB620641}" type="presParOf" srcId="{7CDC21C6-337C-4D44-B728-65C2D1950CD9}" destId="{3E05E4DC-9145-4383-8EB5-EAE48B4B8CE8}" srcOrd="1" destOrd="0" presId="urn:microsoft.com/office/officeart/2005/8/layout/pList1"/>
    <dgm:cxn modelId="{EC54312D-CD16-4BD6-B23D-82A81B99C310}" type="presParOf" srcId="{59346C7D-1D82-4532-8DDB-7B148812E5E0}" destId="{1FF1666D-71EE-44C1-A7FB-B77D435B24DB}" srcOrd="7" destOrd="0" presId="urn:microsoft.com/office/officeart/2005/8/layout/pList1"/>
    <dgm:cxn modelId="{EF34FC01-49AF-4173-870A-88502DDE00FC}" type="presParOf" srcId="{59346C7D-1D82-4532-8DDB-7B148812E5E0}" destId="{B447A0B8-7F09-4016-AEBC-62DD4A9FB0E0}" srcOrd="8" destOrd="0" presId="urn:microsoft.com/office/officeart/2005/8/layout/pList1"/>
    <dgm:cxn modelId="{429EA577-B99C-49CF-BED0-00AD2DD84652}" type="presParOf" srcId="{B447A0B8-7F09-4016-AEBC-62DD4A9FB0E0}" destId="{F9B07592-54B9-4285-8212-FA3FC7CE53D3}" srcOrd="0" destOrd="0" presId="urn:microsoft.com/office/officeart/2005/8/layout/pList1"/>
    <dgm:cxn modelId="{7640EE31-4DB1-44A4-8112-F0B49846DAAD}" type="presParOf" srcId="{B447A0B8-7F09-4016-AEBC-62DD4A9FB0E0}" destId="{9B574849-319D-48A2-837E-7FDB45DC9F4A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9B885A-436F-4557-8228-9CAD6C9063A4}" type="doc">
      <dgm:prSet loTypeId="urn:microsoft.com/office/officeart/2008/layout/VerticalAccent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7E9E2F0F-8747-4608-B0BE-BE0BC308A786}">
      <dgm:prSet/>
      <dgm:spPr/>
      <dgm:t>
        <a:bodyPr/>
        <a:lstStyle/>
        <a:p>
          <a:r>
            <a:rPr lang="en-IN" dirty="0"/>
            <a:t> Basic login authentication (username/password)</a:t>
          </a:r>
        </a:p>
      </dgm:t>
    </dgm:pt>
    <dgm:pt modelId="{5F3734A4-1833-4533-AC88-D3F487BF94C0}" type="parTrans" cxnId="{D86A39CD-D6A9-4B82-A32F-4B832D552258}">
      <dgm:prSet/>
      <dgm:spPr/>
      <dgm:t>
        <a:bodyPr/>
        <a:lstStyle/>
        <a:p>
          <a:endParaRPr lang="en-IN"/>
        </a:p>
      </dgm:t>
    </dgm:pt>
    <dgm:pt modelId="{1A660916-29CA-4A12-AA12-FB2F81911C38}" type="sibTrans" cxnId="{D86A39CD-D6A9-4B82-A32F-4B832D552258}">
      <dgm:prSet/>
      <dgm:spPr/>
      <dgm:t>
        <a:bodyPr/>
        <a:lstStyle/>
        <a:p>
          <a:endParaRPr lang="en-IN"/>
        </a:p>
      </dgm:t>
    </dgm:pt>
    <dgm:pt modelId="{BE1CE7CA-AF77-4DDF-991F-52A3862360FC}">
      <dgm:prSet/>
      <dgm:spPr/>
      <dgm:t>
        <a:bodyPr/>
        <a:lstStyle/>
        <a:p>
          <a:r>
            <a:rPr lang="en-IN" dirty="0"/>
            <a:t> Session management via </a:t>
          </a:r>
          <a:r>
            <a:rPr lang="en-IN" dirty="0" err="1"/>
            <a:t>Streamlit</a:t>
          </a:r>
          <a:endParaRPr lang="en-IN" dirty="0"/>
        </a:p>
      </dgm:t>
    </dgm:pt>
    <dgm:pt modelId="{BB2FBA19-A365-436D-9F12-6925A0E3C179}" type="parTrans" cxnId="{67DCEF14-842F-4151-89EF-CDB00D60267D}">
      <dgm:prSet/>
      <dgm:spPr/>
      <dgm:t>
        <a:bodyPr/>
        <a:lstStyle/>
        <a:p>
          <a:endParaRPr lang="en-IN"/>
        </a:p>
      </dgm:t>
    </dgm:pt>
    <dgm:pt modelId="{C9C810D9-64C3-4575-97C7-E12C5B89089C}" type="sibTrans" cxnId="{67DCEF14-842F-4151-89EF-CDB00D60267D}">
      <dgm:prSet/>
      <dgm:spPr/>
      <dgm:t>
        <a:bodyPr/>
        <a:lstStyle/>
        <a:p>
          <a:endParaRPr lang="en-IN"/>
        </a:p>
      </dgm:t>
    </dgm:pt>
    <dgm:pt modelId="{C3481146-0FD4-4E37-B0A1-A5849B0CE272}">
      <dgm:prSet/>
      <dgm:spPr/>
      <dgm:t>
        <a:bodyPr/>
        <a:lstStyle/>
        <a:p>
          <a:r>
            <a:rPr lang="en-IN" dirty="0"/>
            <a:t> Extensible: Add fields, swap AI models, extend risk     logic</a:t>
          </a:r>
        </a:p>
      </dgm:t>
    </dgm:pt>
    <dgm:pt modelId="{7B4C1868-207E-48AB-8AFF-2FD109E8713A}" type="parTrans" cxnId="{1866BB84-6737-49B7-A2C7-04955DA8827B}">
      <dgm:prSet/>
      <dgm:spPr/>
      <dgm:t>
        <a:bodyPr/>
        <a:lstStyle/>
        <a:p>
          <a:endParaRPr lang="en-IN"/>
        </a:p>
      </dgm:t>
    </dgm:pt>
    <dgm:pt modelId="{B1BD617E-0F17-4EC3-A724-9AFEE775AD72}" type="sibTrans" cxnId="{1866BB84-6737-49B7-A2C7-04955DA8827B}">
      <dgm:prSet/>
      <dgm:spPr/>
      <dgm:t>
        <a:bodyPr/>
        <a:lstStyle/>
        <a:p>
          <a:endParaRPr lang="en-IN"/>
        </a:p>
      </dgm:t>
    </dgm:pt>
    <dgm:pt modelId="{760A4470-1BF5-46E6-ABB3-91379D00390C}" type="pres">
      <dgm:prSet presAssocID="{049B885A-436F-4557-8228-9CAD6C9063A4}" presName="Name0" presStyleCnt="0">
        <dgm:presLayoutVars>
          <dgm:chMax/>
          <dgm:chPref/>
          <dgm:dir/>
        </dgm:presLayoutVars>
      </dgm:prSet>
      <dgm:spPr/>
    </dgm:pt>
    <dgm:pt modelId="{13066576-087A-4B4B-BDA5-3FEE2002054A}" type="pres">
      <dgm:prSet presAssocID="{7E9E2F0F-8747-4608-B0BE-BE0BC308A786}" presName="parenttextcomposite" presStyleCnt="0"/>
      <dgm:spPr/>
    </dgm:pt>
    <dgm:pt modelId="{868216CE-3F33-421A-B569-604D169E37A8}" type="pres">
      <dgm:prSet presAssocID="{7E9E2F0F-8747-4608-B0BE-BE0BC308A786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87FDF489-1351-41CD-9479-896A09E1E107}" type="pres">
      <dgm:prSet presAssocID="{7E9E2F0F-8747-4608-B0BE-BE0BC308A786}" presName="parallelogramComposite" presStyleCnt="0"/>
      <dgm:spPr/>
    </dgm:pt>
    <dgm:pt modelId="{E79A73A3-9E34-4C81-A3D5-DDA61C9EB6A9}" type="pres">
      <dgm:prSet presAssocID="{7E9E2F0F-8747-4608-B0BE-BE0BC308A786}" presName="parallelogram1" presStyleLbl="alignNode1" presStyleIdx="0" presStyleCnt="21"/>
      <dgm:spPr/>
    </dgm:pt>
    <dgm:pt modelId="{2316A999-63F1-4935-941D-ECD304E7A1BF}" type="pres">
      <dgm:prSet presAssocID="{7E9E2F0F-8747-4608-B0BE-BE0BC308A786}" presName="parallelogram2" presStyleLbl="alignNode1" presStyleIdx="1" presStyleCnt="21"/>
      <dgm:spPr/>
    </dgm:pt>
    <dgm:pt modelId="{E2F7AB89-896A-42E3-8B6B-D419FED2EF7A}" type="pres">
      <dgm:prSet presAssocID="{7E9E2F0F-8747-4608-B0BE-BE0BC308A786}" presName="parallelogram3" presStyleLbl="alignNode1" presStyleIdx="2" presStyleCnt="21"/>
      <dgm:spPr/>
    </dgm:pt>
    <dgm:pt modelId="{9A0A4C09-470C-4B63-9568-86313FC6674D}" type="pres">
      <dgm:prSet presAssocID="{7E9E2F0F-8747-4608-B0BE-BE0BC308A786}" presName="parallelogram4" presStyleLbl="alignNode1" presStyleIdx="3" presStyleCnt="21"/>
      <dgm:spPr/>
    </dgm:pt>
    <dgm:pt modelId="{21E9B851-E1FB-4F2F-91BA-0D29DD5A0797}" type="pres">
      <dgm:prSet presAssocID="{7E9E2F0F-8747-4608-B0BE-BE0BC308A786}" presName="parallelogram5" presStyleLbl="alignNode1" presStyleIdx="4" presStyleCnt="21"/>
      <dgm:spPr/>
    </dgm:pt>
    <dgm:pt modelId="{D2AA5493-703C-4E8C-BF0E-5325D6CED8C6}" type="pres">
      <dgm:prSet presAssocID="{7E9E2F0F-8747-4608-B0BE-BE0BC308A786}" presName="parallelogram6" presStyleLbl="alignNode1" presStyleIdx="5" presStyleCnt="21"/>
      <dgm:spPr/>
    </dgm:pt>
    <dgm:pt modelId="{221A1B96-BE90-4615-9C9C-C44950F42420}" type="pres">
      <dgm:prSet presAssocID="{7E9E2F0F-8747-4608-B0BE-BE0BC308A786}" presName="parallelogram7" presStyleLbl="alignNode1" presStyleIdx="6" presStyleCnt="21"/>
      <dgm:spPr/>
    </dgm:pt>
    <dgm:pt modelId="{0476481D-9A87-488C-9079-3D89B7E18A9E}" type="pres">
      <dgm:prSet presAssocID="{1A660916-29CA-4A12-AA12-FB2F81911C38}" presName="sibTrans" presStyleCnt="0"/>
      <dgm:spPr/>
    </dgm:pt>
    <dgm:pt modelId="{96D8FE52-1C4B-400C-B210-5E6CED5D4264}" type="pres">
      <dgm:prSet presAssocID="{BE1CE7CA-AF77-4DDF-991F-52A3862360FC}" presName="parenttextcomposite" presStyleCnt="0"/>
      <dgm:spPr/>
    </dgm:pt>
    <dgm:pt modelId="{AFEEB7FB-7D25-450F-B919-1AFE0F32159C}" type="pres">
      <dgm:prSet presAssocID="{BE1CE7CA-AF77-4DDF-991F-52A3862360FC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F1A7B957-E732-4319-99D8-2D00659D5BBF}" type="pres">
      <dgm:prSet presAssocID="{BE1CE7CA-AF77-4DDF-991F-52A3862360FC}" presName="parallelogramComposite" presStyleCnt="0"/>
      <dgm:spPr/>
    </dgm:pt>
    <dgm:pt modelId="{5BD589A3-216A-433E-AEFA-C89022CF590A}" type="pres">
      <dgm:prSet presAssocID="{BE1CE7CA-AF77-4DDF-991F-52A3862360FC}" presName="parallelogram1" presStyleLbl="alignNode1" presStyleIdx="7" presStyleCnt="21"/>
      <dgm:spPr/>
    </dgm:pt>
    <dgm:pt modelId="{CF9251FF-829D-4FC9-9976-2E1DBED75F46}" type="pres">
      <dgm:prSet presAssocID="{BE1CE7CA-AF77-4DDF-991F-52A3862360FC}" presName="parallelogram2" presStyleLbl="alignNode1" presStyleIdx="8" presStyleCnt="21"/>
      <dgm:spPr/>
    </dgm:pt>
    <dgm:pt modelId="{04DA47F1-D6A0-4B80-8141-7C8AAD7D250C}" type="pres">
      <dgm:prSet presAssocID="{BE1CE7CA-AF77-4DDF-991F-52A3862360FC}" presName="parallelogram3" presStyleLbl="alignNode1" presStyleIdx="9" presStyleCnt="21"/>
      <dgm:spPr/>
    </dgm:pt>
    <dgm:pt modelId="{BB62D98A-22A7-4119-A994-E328ECD369F7}" type="pres">
      <dgm:prSet presAssocID="{BE1CE7CA-AF77-4DDF-991F-52A3862360FC}" presName="parallelogram4" presStyleLbl="alignNode1" presStyleIdx="10" presStyleCnt="21"/>
      <dgm:spPr/>
    </dgm:pt>
    <dgm:pt modelId="{8B465E6E-DE1E-4B8F-BEE9-BFB1F5B269AF}" type="pres">
      <dgm:prSet presAssocID="{BE1CE7CA-AF77-4DDF-991F-52A3862360FC}" presName="parallelogram5" presStyleLbl="alignNode1" presStyleIdx="11" presStyleCnt="21"/>
      <dgm:spPr/>
    </dgm:pt>
    <dgm:pt modelId="{64EB587F-D730-4E7D-8CBA-91EC2D79797C}" type="pres">
      <dgm:prSet presAssocID="{BE1CE7CA-AF77-4DDF-991F-52A3862360FC}" presName="parallelogram6" presStyleLbl="alignNode1" presStyleIdx="12" presStyleCnt="21"/>
      <dgm:spPr/>
    </dgm:pt>
    <dgm:pt modelId="{265A0F72-6F39-473B-909C-CBC4B1386C5D}" type="pres">
      <dgm:prSet presAssocID="{BE1CE7CA-AF77-4DDF-991F-52A3862360FC}" presName="parallelogram7" presStyleLbl="alignNode1" presStyleIdx="13" presStyleCnt="21"/>
      <dgm:spPr/>
    </dgm:pt>
    <dgm:pt modelId="{AC9A7363-B6A7-482E-918D-569ED3CA0FF0}" type="pres">
      <dgm:prSet presAssocID="{C9C810D9-64C3-4575-97C7-E12C5B89089C}" presName="sibTrans" presStyleCnt="0"/>
      <dgm:spPr/>
    </dgm:pt>
    <dgm:pt modelId="{6DFCF947-F20D-4E9C-A047-074446BFB1CA}" type="pres">
      <dgm:prSet presAssocID="{C3481146-0FD4-4E37-B0A1-A5849B0CE272}" presName="parenttextcomposite" presStyleCnt="0"/>
      <dgm:spPr/>
    </dgm:pt>
    <dgm:pt modelId="{BCBD8465-854E-4404-960E-29105EAC7A6C}" type="pres">
      <dgm:prSet presAssocID="{C3481146-0FD4-4E37-B0A1-A5849B0CE272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FA83E9F3-BF00-40A3-B7A5-E2405A04E460}" type="pres">
      <dgm:prSet presAssocID="{C3481146-0FD4-4E37-B0A1-A5849B0CE272}" presName="parallelogramComposite" presStyleCnt="0"/>
      <dgm:spPr/>
    </dgm:pt>
    <dgm:pt modelId="{23688CF7-947A-49D1-9D3D-01B1592E71E0}" type="pres">
      <dgm:prSet presAssocID="{C3481146-0FD4-4E37-B0A1-A5849B0CE272}" presName="parallelogram1" presStyleLbl="alignNode1" presStyleIdx="14" presStyleCnt="21"/>
      <dgm:spPr/>
    </dgm:pt>
    <dgm:pt modelId="{AA9F2FC3-7F1E-4DD6-9788-07EEDFD7ADB5}" type="pres">
      <dgm:prSet presAssocID="{C3481146-0FD4-4E37-B0A1-A5849B0CE272}" presName="parallelogram2" presStyleLbl="alignNode1" presStyleIdx="15" presStyleCnt="21"/>
      <dgm:spPr/>
    </dgm:pt>
    <dgm:pt modelId="{50828D10-51C9-4BC0-AE41-993E1B73BE3C}" type="pres">
      <dgm:prSet presAssocID="{C3481146-0FD4-4E37-B0A1-A5849B0CE272}" presName="parallelogram3" presStyleLbl="alignNode1" presStyleIdx="16" presStyleCnt="21"/>
      <dgm:spPr/>
    </dgm:pt>
    <dgm:pt modelId="{38ED14F8-3331-4021-81C9-1E93A02E7C5B}" type="pres">
      <dgm:prSet presAssocID="{C3481146-0FD4-4E37-B0A1-A5849B0CE272}" presName="parallelogram4" presStyleLbl="alignNode1" presStyleIdx="17" presStyleCnt="21"/>
      <dgm:spPr/>
    </dgm:pt>
    <dgm:pt modelId="{1CC90E60-17A1-4428-AB25-9B1DFD5C7DFC}" type="pres">
      <dgm:prSet presAssocID="{C3481146-0FD4-4E37-B0A1-A5849B0CE272}" presName="parallelogram5" presStyleLbl="alignNode1" presStyleIdx="18" presStyleCnt="21"/>
      <dgm:spPr/>
    </dgm:pt>
    <dgm:pt modelId="{BD45DC7D-AF54-487E-BE16-BD53940CD9FE}" type="pres">
      <dgm:prSet presAssocID="{C3481146-0FD4-4E37-B0A1-A5849B0CE272}" presName="parallelogram6" presStyleLbl="alignNode1" presStyleIdx="19" presStyleCnt="21"/>
      <dgm:spPr/>
    </dgm:pt>
    <dgm:pt modelId="{3C75BFD4-3CB7-4CCD-9617-42FFB0DF3CE3}" type="pres">
      <dgm:prSet presAssocID="{C3481146-0FD4-4E37-B0A1-A5849B0CE272}" presName="parallelogram7" presStyleLbl="alignNode1" presStyleIdx="20" presStyleCnt="21"/>
      <dgm:spPr/>
    </dgm:pt>
  </dgm:ptLst>
  <dgm:cxnLst>
    <dgm:cxn modelId="{DDC2BC04-9FEA-4513-88ED-CCE359525E8E}" type="presOf" srcId="{049B885A-436F-4557-8228-9CAD6C9063A4}" destId="{760A4470-1BF5-46E6-ABB3-91379D00390C}" srcOrd="0" destOrd="0" presId="urn:microsoft.com/office/officeart/2008/layout/VerticalAccentList"/>
    <dgm:cxn modelId="{67DCEF14-842F-4151-89EF-CDB00D60267D}" srcId="{049B885A-436F-4557-8228-9CAD6C9063A4}" destId="{BE1CE7CA-AF77-4DDF-991F-52A3862360FC}" srcOrd="1" destOrd="0" parTransId="{BB2FBA19-A365-436D-9F12-6925A0E3C179}" sibTransId="{C9C810D9-64C3-4575-97C7-E12C5B89089C}"/>
    <dgm:cxn modelId="{73C06215-2C79-45CB-A18D-5C7E48F98EC9}" type="presOf" srcId="{BE1CE7CA-AF77-4DDF-991F-52A3862360FC}" destId="{AFEEB7FB-7D25-450F-B919-1AFE0F32159C}" srcOrd="0" destOrd="0" presId="urn:microsoft.com/office/officeart/2008/layout/VerticalAccentList"/>
    <dgm:cxn modelId="{1866BB84-6737-49B7-A2C7-04955DA8827B}" srcId="{049B885A-436F-4557-8228-9CAD6C9063A4}" destId="{C3481146-0FD4-4E37-B0A1-A5849B0CE272}" srcOrd="2" destOrd="0" parTransId="{7B4C1868-207E-48AB-8AFF-2FD109E8713A}" sibTransId="{B1BD617E-0F17-4EC3-A724-9AFEE775AD72}"/>
    <dgm:cxn modelId="{E34D018F-DEC1-4BD5-ACEF-3DC645F4F2F5}" type="presOf" srcId="{7E9E2F0F-8747-4608-B0BE-BE0BC308A786}" destId="{868216CE-3F33-421A-B569-604D169E37A8}" srcOrd="0" destOrd="0" presId="urn:microsoft.com/office/officeart/2008/layout/VerticalAccentList"/>
    <dgm:cxn modelId="{194AC6B9-B443-4BFA-BEC6-AE7386253E56}" type="presOf" srcId="{C3481146-0FD4-4E37-B0A1-A5849B0CE272}" destId="{BCBD8465-854E-4404-960E-29105EAC7A6C}" srcOrd="0" destOrd="0" presId="urn:microsoft.com/office/officeart/2008/layout/VerticalAccentList"/>
    <dgm:cxn modelId="{D86A39CD-D6A9-4B82-A32F-4B832D552258}" srcId="{049B885A-436F-4557-8228-9CAD6C9063A4}" destId="{7E9E2F0F-8747-4608-B0BE-BE0BC308A786}" srcOrd="0" destOrd="0" parTransId="{5F3734A4-1833-4533-AC88-D3F487BF94C0}" sibTransId="{1A660916-29CA-4A12-AA12-FB2F81911C38}"/>
    <dgm:cxn modelId="{8482BC65-E779-4F38-9090-DC781959099A}" type="presParOf" srcId="{760A4470-1BF5-46E6-ABB3-91379D00390C}" destId="{13066576-087A-4B4B-BDA5-3FEE2002054A}" srcOrd="0" destOrd="0" presId="urn:microsoft.com/office/officeart/2008/layout/VerticalAccentList"/>
    <dgm:cxn modelId="{04921750-5BC8-439E-BE96-ECE29379E486}" type="presParOf" srcId="{13066576-087A-4B4B-BDA5-3FEE2002054A}" destId="{868216CE-3F33-421A-B569-604D169E37A8}" srcOrd="0" destOrd="0" presId="urn:microsoft.com/office/officeart/2008/layout/VerticalAccentList"/>
    <dgm:cxn modelId="{D107513E-A123-4754-ADE2-B4A8265979DF}" type="presParOf" srcId="{760A4470-1BF5-46E6-ABB3-91379D00390C}" destId="{87FDF489-1351-41CD-9479-896A09E1E107}" srcOrd="1" destOrd="0" presId="urn:microsoft.com/office/officeart/2008/layout/VerticalAccentList"/>
    <dgm:cxn modelId="{044DEDE3-A48B-45EE-B961-3A006E051E74}" type="presParOf" srcId="{87FDF489-1351-41CD-9479-896A09E1E107}" destId="{E79A73A3-9E34-4C81-A3D5-DDA61C9EB6A9}" srcOrd="0" destOrd="0" presId="urn:microsoft.com/office/officeart/2008/layout/VerticalAccentList"/>
    <dgm:cxn modelId="{F5AD4AE9-A55E-4B5F-87C3-5700B8A58AD3}" type="presParOf" srcId="{87FDF489-1351-41CD-9479-896A09E1E107}" destId="{2316A999-63F1-4935-941D-ECD304E7A1BF}" srcOrd="1" destOrd="0" presId="urn:microsoft.com/office/officeart/2008/layout/VerticalAccentList"/>
    <dgm:cxn modelId="{0891879F-D2E3-4E19-880A-970CD92C0D9A}" type="presParOf" srcId="{87FDF489-1351-41CD-9479-896A09E1E107}" destId="{E2F7AB89-896A-42E3-8B6B-D419FED2EF7A}" srcOrd="2" destOrd="0" presId="urn:microsoft.com/office/officeart/2008/layout/VerticalAccentList"/>
    <dgm:cxn modelId="{4AEA52CC-BB0D-4198-AC7D-332F5748310C}" type="presParOf" srcId="{87FDF489-1351-41CD-9479-896A09E1E107}" destId="{9A0A4C09-470C-4B63-9568-86313FC6674D}" srcOrd="3" destOrd="0" presId="urn:microsoft.com/office/officeart/2008/layout/VerticalAccentList"/>
    <dgm:cxn modelId="{37A21899-C569-4627-A9C1-DF5EF7E41EF6}" type="presParOf" srcId="{87FDF489-1351-41CD-9479-896A09E1E107}" destId="{21E9B851-E1FB-4F2F-91BA-0D29DD5A0797}" srcOrd="4" destOrd="0" presId="urn:microsoft.com/office/officeart/2008/layout/VerticalAccentList"/>
    <dgm:cxn modelId="{9EE18BE5-2B53-46C8-97EC-7DA36BF3A41A}" type="presParOf" srcId="{87FDF489-1351-41CD-9479-896A09E1E107}" destId="{D2AA5493-703C-4E8C-BF0E-5325D6CED8C6}" srcOrd="5" destOrd="0" presId="urn:microsoft.com/office/officeart/2008/layout/VerticalAccentList"/>
    <dgm:cxn modelId="{7B9241CF-2558-4C72-A762-3CC9FF774842}" type="presParOf" srcId="{87FDF489-1351-41CD-9479-896A09E1E107}" destId="{221A1B96-BE90-4615-9C9C-C44950F42420}" srcOrd="6" destOrd="0" presId="urn:microsoft.com/office/officeart/2008/layout/VerticalAccentList"/>
    <dgm:cxn modelId="{65AF1C57-D2C1-461E-96A2-5DC6C836AC36}" type="presParOf" srcId="{760A4470-1BF5-46E6-ABB3-91379D00390C}" destId="{0476481D-9A87-488C-9079-3D89B7E18A9E}" srcOrd="2" destOrd="0" presId="urn:microsoft.com/office/officeart/2008/layout/VerticalAccentList"/>
    <dgm:cxn modelId="{386152FD-2719-4A3A-A240-FA0D636F93C4}" type="presParOf" srcId="{760A4470-1BF5-46E6-ABB3-91379D00390C}" destId="{96D8FE52-1C4B-400C-B210-5E6CED5D4264}" srcOrd="3" destOrd="0" presId="urn:microsoft.com/office/officeart/2008/layout/VerticalAccentList"/>
    <dgm:cxn modelId="{B4EE27EB-5F26-45DF-8AF8-D26511AF688A}" type="presParOf" srcId="{96D8FE52-1C4B-400C-B210-5E6CED5D4264}" destId="{AFEEB7FB-7D25-450F-B919-1AFE0F32159C}" srcOrd="0" destOrd="0" presId="urn:microsoft.com/office/officeart/2008/layout/VerticalAccentList"/>
    <dgm:cxn modelId="{33B73E9F-2B0C-42A0-83BB-60991A5C9CAB}" type="presParOf" srcId="{760A4470-1BF5-46E6-ABB3-91379D00390C}" destId="{F1A7B957-E732-4319-99D8-2D00659D5BBF}" srcOrd="4" destOrd="0" presId="urn:microsoft.com/office/officeart/2008/layout/VerticalAccentList"/>
    <dgm:cxn modelId="{60138892-3C9F-4E5C-987D-7C2B1C1E6949}" type="presParOf" srcId="{F1A7B957-E732-4319-99D8-2D00659D5BBF}" destId="{5BD589A3-216A-433E-AEFA-C89022CF590A}" srcOrd="0" destOrd="0" presId="urn:microsoft.com/office/officeart/2008/layout/VerticalAccentList"/>
    <dgm:cxn modelId="{8C23D327-5795-4706-B1CD-FC65D0FDCC92}" type="presParOf" srcId="{F1A7B957-E732-4319-99D8-2D00659D5BBF}" destId="{CF9251FF-829D-4FC9-9976-2E1DBED75F46}" srcOrd="1" destOrd="0" presId="urn:microsoft.com/office/officeart/2008/layout/VerticalAccentList"/>
    <dgm:cxn modelId="{CB1F6ECC-41C9-4881-8130-CACE5D3EFC39}" type="presParOf" srcId="{F1A7B957-E732-4319-99D8-2D00659D5BBF}" destId="{04DA47F1-D6A0-4B80-8141-7C8AAD7D250C}" srcOrd="2" destOrd="0" presId="urn:microsoft.com/office/officeart/2008/layout/VerticalAccentList"/>
    <dgm:cxn modelId="{5EFD80A2-9357-4CB0-B8AC-61496C686027}" type="presParOf" srcId="{F1A7B957-E732-4319-99D8-2D00659D5BBF}" destId="{BB62D98A-22A7-4119-A994-E328ECD369F7}" srcOrd="3" destOrd="0" presId="urn:microsoft.com/office/officeart/2008/layout/VerticalAccentList"/>
    <dgm:cxn modelId="{26CE2272-2A35-4C79-B91C-EA6ABD266A12}" type="presParOf" srcId="{F1A7B957-E732-4319-99D8-2D00659D5BBF}" destId="{8B465E6E-DE1E-4B8F-BEE9-BFB1F5B269AF}" srcOrd="4" destOrd="0" presId="urn:microsoft.com/office/officeart/2008/layout/VerticalAccentList"/>
    <dgm:cxn modelId="{5EDEB98E-A211-4426-B919-39E0143F4D75}" type="presParOf" srcId="{F1A7B957-E732-4319-99D8-2D00659D5BBF}" destId="{64EB587F-D730-4E7D-8CBA-91EC2D79797C}" srcOrd="5" destOrd="0" presId="urn:microsoft.com/office/officeart/2008/layout/VerticalAccentList"/>
    <dgm:cxn modelId="{98B290BF-3B38-4676-AE93-E13A61595D31}" type="presParOf" srcId="{F1A7B957-E732-4319-99D8-2D00659D5BBF}" destId="{265A0F72-6F39-473B-909C-CBC4B1386C5D}" srcOrd="6" destOrd="0" presId="urn:microsoft.com/office/officeart/2008/layout/VerticalAccentList"/>
    <dgm:cxn modelId="{6C1AC2C6-63C3-4479-B856-2F2AED8CC2FD}" type="presParOf" srcId="{760A4470-1BF5-46E6-ABB3-91379D00390C}" destId="{AC9A7363-B6A7-482E-918D-569ED3CA0FF0}" srcOrd="5" destOrd="0" presId="urn:microsoft.com/office/officeart/2008/layout/VerticalAccentList"/>
    <dgm:cxn modelId="{0905D49A-6771-4962-85AD-27E5DF82E918}" type="presParOf" srcId="{760A4470-1BF5-46E6-ABB3-91379D00390C}" destId="{6DFCF947-F20D-4E9C-A047-074446BFB1CA}" srcOrd="6" destOrd="0" presId="urn:microsoft.com/office/officeart/2008/layout/VerticalAccentList"/>
    <dgm:cxn modelId="{53C208D3-0DB8-4B4B-9425-ADDB824C06F3}" type="presParOf" srcId="{6DFCF947-F20D-4E9C-A047-074446BFB1CA}" destId="{BCBD8465-854E-4404-960E-29105EAC7A6C}" srcOrd="0" destOrd="0" presId="urn:microsoft.com/office/officeart/2008/layout/VerticalAccentList"/>
    <dgm:cxn modelId="{5544A7B3-0AB6-48D5-B4D1-0C1C1D963C6E}" type="presParOf" srcId="{760A4470-1BF5-46E6-ABB3-91379D00390C}" destId="{FA83E9F3-BF00-40A3-B7A5-E2405A04E460}" srcOrd="7" destOrd="0" presId="urn:microsoft.com/office/officeart/2008/layout/VerticalAccentList"/>
    <dgm:cxn modelId="{29AEB33A-9A2F-46D6-ACE3-00992FAC1790}" type="presParOf" srcId="{FA83E9F3-BF00-40A3-B7A5-E2405A04E460}" destId="{23688CF7-947A-49D1-9D3D-01B1592E71E0}" srcOrd="0" destOrd="0" presId="urn:microsoft.com/office/officeart/2008/layout/VerticalAccentList"/>
    <dgm:cxn modelId="{7427E499-A251-4100-844F-865792CC8059}" type="presParOf" srcId="{FA83E9F3-BF00-40A3-B7A5-E2405A04E460}" destId="{AA9F2FC3-7F1E-4DD6-9788-07EEDFD7ADB5}" srcOrd="1" destOrd="0" presId="urn:microsoft.com/office/officeart/2008/layout/VerticalAccentList"/>
    <dgm:cxn modelId="{79ABBA4C-6616-4B4B-99A5-656D6D6BCF76}" type="presParOf" srcId="{FA83E9F3-BF00-40A3-B7A5-E2405A04E460}" destId="{50828D10-51C9-4BC0-AE41-993E1B73BE3C}" srcOrd="2" destOrd="0" presId="urn:microsoft.com/office/officeart/2008/layout/VerticalAccentList"/>
    <dgm:cxn modelId="{12610C51-0C8F-4A4D-A16A-7684A444F022}" type="presParOf" srcId="{FA83E9F3-BF00-40A3-B7A5-E2405A04E460}" destId="{38ED14F8-3331-4021-81C9-1E93A02E7C5B}" srcOrd="3" destOrd="0" presId="urn:microsoft.com/office/officeart/2008/layout/VerticalAccentList"/>
    <dgm:cxn modelId="{F822EDE8-E0A2-4D78-85D7-B9D3A214D076}" type="presParOf" srcId="{FA83E9F3-BF00-40A3-B7A5-E2405A04E460}" destId="{1CC90E60-17A1-4428-AB25-9B1DFD5C7DFC}" srcOrd="4" destOrd="0" presId="urn:microsoft.com/office/officeart/2008/layout/VerticalAccentList"/>
    <dgm:cxn modelId="{B6275871-3C59-470F-A6C4-929B0884746F}" type="presParOf" srcId="{FA83E9F3-BF00-40A3-B7A5-E2405A04E460}" destId="{BD45DC7D-AF54-487E-BE16-BD53940CD9FE}" srcOrd="5" destOrd="0" presId="urn:microsoft.com/office/officeart/2008/layout/VerticalAccentList"/>
    <dgm:cxn modelId="{9F5C9168-ABF5-43EF-967A-EF240546EA09}" type="presParOf" srcId="{FA83E9F3-BF00-40A3-B7A5-E2405A04E460}" destId="{3C75BFD4-3CB7-4CCD-9617-42FFB0DF3CE3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7D1C336-9EAC-4963-B308-CE6FAE3B71F4}" type="doc">
      <dgm:prSet loTypeId="urn:microsoft.com/office/officeart/2008/layout/VerticalAccentList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34B00122-1A07-46F2-91A9-42264273440D}">
      <dgm:prSet/>
      <dgm:spPr/>
      <dgm:t>
        <a:bodyPr/>
        <a:lstStyle/>
        <a:p>
          <a:r>
            <a:rPr lang="en-IN" dirty="0"/>
            <a:t> Authentication: Login, Signup, Forgot Password</a:t>
          </a:r>
        </a:p>
      </dgm:t>
    </dgm:pt>
    <dgm:pt modelId="{05AF0CA7-EDD1-4D4C-BE92-9441EE1B1ACF}" type="parTrans" cxnId="{63534F96-4FCE-4F14-8A72-B5277E7CF703}">
      <dgm:prSet/>
      <dgm:spPr/>
      <dgm:t>
        <a:bodyPr/>
        <a:lstStyle/>
        <a:p>
          <a:endParaRPr lang="en-IN"/>
        </a:p>
      </dgm:t>
    </dgm:pt>
    <dgm:pt modelId="{E3CD3AFB-BD04-411F-A1B7-967E4E0480A9}" type="sibTrans" cxnId="{63534F96-4FCE-4F14-8A72-B5277E7CF703}">
      <dgm:prSet/>
      <dgm:spPr/>
      <dgm:t>
        <a:bodyPr/>
        <a:lstStyle/>
        <a:p>
          <a:endParaRPr lang="en-IN"/>
        </a:p>
      </dgm:t>
    </dgm:pt>
    <dgm:pt modelId="{D2B1A37D-5801-4449-B95D-1E6780F18BBC}">
      <dgm:prSet/>
      <dgm:spPr/>
      <dgm:t>
        <a:bodyPr/>
        <a:lstStyle/>
        <a:p>
          <a:r>
            <a:rPr lang="en-IN" dirty="0"/>
            <a:t> Dashboard: Overview, Students, Alerts, Thresholds, Developer Notes</a:t>
          </a:r>
        </a:p>
      </dgm:t>
    </dgm:pt>
    <dgm:pt modelId="{63DA8AD6-3A17-44A4-A865-E26DFF40971A}" type="parTrans" cxnId="{F8334BC9-F69F-458D-99FB-A88540EE85ED}">
      <dgm:prSet/>
      <dgm:spPr/>
      <dgm:t>
        <a:bodyPr/>
        <a:lstStyle/>
        <a:p>
          <a:endParaRPr lang="en-IN"/>
        </a:p>
      </dgm:t>
    </dgm:pt>
    <dgm:pt modelId="{F9F4BD1E-5084-41A7-A04E-83D7A5550617}" type="sibTrans" cxnId="{F8334BC9-F69F-458D-99FB-A88540EE85ED}">
      <dgm:prSet/>
      <dgm:spPr/>
      <dgm:t>
        <a:bodyPr/>
        <a:lstStyle/>
        <a:p>
          <a:endParaRPr lang="en-IN"/>
        </a:p>
      </dgm:t>
    </dgm:pt>
    <dgm:pt modelId="{8F420DF1-B7D9-4320-976A-D7C525F1C7E9}">
      <dgm:prSet/>
      <dgm:spPr/>
      <dgm:t>
        <a:bodyPr/>
        <a:lstStyle/>
        <a:p>
          <a:r>
            <a:rPr lang="en-IN" dirty="0"/>
            <a:t> Risk Assessment: Low / Medium / High risk computation</a:t>
          </a:r>
        </a:p>
      </dgm:t>
    </dgm:pt>
    <dgm:pt modelId="{17871D7C-7156-49C6-8B5A-CC3C3444B5BF}" type="parTrans" cxnId="{36F3C2DB-FAFF-476A-8008-7C8FBFB918FF}">
      <dgm:prSet/>
      <dgm:spPr/>
      <dgm:t>
        <a:bodyPr/>
        <a:lstStyle/>
        <a:p>
          <a:endParaRPr lang="en-IN"/>
        </a:p>
      </dgm:t>
    </dgm:pt>
    <dgm:pt modelId="{7B3EAB6E-15BF-4158-8A4D-008FB9A581D2}" type="sibTrans" cxnId="{36F3C2DB-FAFF-476A-8008-7C8FBFB918FF}">
      <dgm:prSet/>
      <dgm:spPr/>
      <dgm:t>
        <a:bodyPr/>
        <a:lstStyle/>
        <a:p>
          <a:endParaRPr lang="en-IN"/>
        </a:p>
      </dgm:t>
    </dgm:pt>
    <dgm:pt modelId="{D74DF16A-C9EB-432B-AA59-A04E733B7E1F}">
      <dgm:prSet/>
      <dgm:spPr/>
      <dgm:t>
        <a:bodyPr/>
        <a:lstStyle/>
        <a:p>
          <a:r>
            <a:rPr lang="en-IN" dirty="0"/>
            <a:t> AI Automation: GPT-2 intervention plans, TTS audio output</a:t>
          </a:r>
        </a:p>
      </dgm:t>
    </dgm:pt>
    <dgm:pt modelId="{F9AD16BB-FE63-4331-A601-A1EA2BAE9C51}" type="parTrans" cxnId="{C3CC26ED-6C57-4EB4-A8D8-2A90E3A5E3EE}">
      <dgm:prSet/>
      <dgm:spPr/>
      <dgm:t>
        <a:bodyPr/>
        <a:lstStyle/>
        <a:p>
          <a:endParaRPr lang="en-IN"/>
        </a:p>
      </dgm:t>
    </dgm:pt>
    <dgm:pt modelId="{CAC4F222-3479-47B6-987D-47C3FF90C3FE}" type="sibTrans" cxnId="{C3CC26ED-6C57-4EB4-A8D8-2A90E3A5E3EE}">
      <dgm:prSet/>
      <dgm:spPr/>
      <dgm:t>
        <a:bodyPr/>
        <a:lstStyle/>
        <a:p>
          <a:endParaRPr lang="en-IN"/>
        </a:p>
      </dgm:t>
    </dgm:pt>
    <dgm:pt modelId="{F0B74175-A794-496F-A4DF-5041D46ABCDF}">
      <dgm:prSet/>
      <dgm:spPr/>
      <dgm:t>
        <a:bodyPr/>
        <a:lstStyle/>
        <a:p>
          <a:r>
            <a:rPr lang="en-IN" dirty="0"/>
            <a:t> Student Management: Manual entry, CSV/Excel import, data merge</a:t>
          </a:r>
        </a:p>
      </dgm:t>
    </dgm:pt>
    <dgm:pt modelId="{81E95A23-E22F-473A-BFE1-2A83C1461BC3}" type="parTrans" cxnId="{BDA3A694-9462-4A29-99FA-84D3526B7BF4}">
      <dgm:prSet/>
      <dgm:spPr/>
      <dgm:t>
        <a:bodyPr/>
        <a:lstStyle/>
        <a:p>
          <a:endParaRPr lang="en-IN"/>
        </a:p>
      </dgm:t>
    </dgm:pt>
    <dgm:pt modelId="{4C14EC7B-770F-42EE-841E-D06FBCC86B28}" type="sibTrans" cxnId="{BDA3A694-9462-4A29-99FA-84D3526B7BF4}">
      <dgm:prSet/>
      <dgm:spPr/>
      <dgm:t>
        <a:bodyPr/>
        <a:lstStyle/>
        <a:p>
          <a:endParaRPr lang="en-IN"/>
        </a:p>
      </dgm:t>
    </dgm:pt>
    <dgm:pt modelId="{149CB6B4-A94F-4024-A8DD-7A26CB8F8F27}" type="pres">
      <dgm:prSet presAssocID="{27D1C336-9EAC-4963-B308-CE6FAE3B71F4}" presName="Name0" presStyleCnt="0">
        <dgm:presLayoutVars>
          <dgm:chMax/>
          <dgm:chPref/>
          <dgm:dir/>
        </dgm:presLayoutVars>
      </dgm:prSet>
      <dgm:spPr/>
    </dgm:pt>
    <dgm:pt modelId="{F885692C-58A6-4357-B31C-805FE01DAC34}" type="pres">
      <dgm:prSet presAssocID="{34B00122-1A07-46F2-91A9-42264273440D}" presName="parenttextcomposite" presStyleCnt="0"/>
      <dgm:spPr/>
    </dgm:pt>
    <dgm:pt modelId="{57B95869-B6BA-4E16-893B-6718BEAC2943}" type="pres">
      <dgm:prSet presAssocID="{34B00122-1A07-46F2-91A9-42264273440D}" presName="parenttext" presStyleLbl="revTx" presStyleIdx="0" presStyleCnt="5">
        <dgm:presLayoutVars>
          <dgm:chMax/>
          <dgm:chPref val="2"/>
          <dgm:bulletEnabled val="1"/>
        </dgm:presLayoutVars>
      </dgm:prSet>
      <dgm:spPr/>
    </dgm:pt>
    <dgm:pt modelId="{B380E484-C6D1-4A09-99BA-24C3208CBC4B}" type="pres">
      <dgm:prSet presAssocID="{34B00122-1A07-46F2-91A9-42264273440D}" presName="parallelogramComposite" presStyleCnt="0"/>
      <dgm:spPr/>
    </dgm:pt>
    <dgm:pt modelId="{9E60DB47-28CD-47FB-98BF-66D039C51BE5}" type="pres">
      <dgm:prSet presAssocID="{34B00122-1A07-46F2-91A9-42264273440D}" presName="parallelogram1" presStyleLbl="alignNode1" presStyleIdx="0" presStyleCnt="35"/>
      <dgm:spPr/>
    </dgm:pt>
    <dgm:pt modelId="{B12B8BB0-04A8-4909-9112-A96E516ADFFA}" type="pres">
      <dgm:prSet presAssocID="{34B00122-1A07-46F2-91A9-42264273440D}" presName="parallelogram2" presStyleLbl="alignNode1" presStyleIdx="1" presStyleCnt="35"/>
      <dgm:spPr/>
    </dgm:pt>
    <dgm:pt modelId="{534C67D3-8933-4834-9CB6-892C661E57AC}" type="pres">
      <dgm:prSet presAssocID="{34B00122-1A07-46F2-91A9-42264273440D}" presName="parallelogram3" presStyleLbl="alignNode1" presStyleIdx="2" presStyleCnt="35"/>
      <dgm:spPr/>
    </dgm:pt>
    <dgm:pt modelId="{4D8AF20D-576A-4BCE-8EDC-C35108E6411D}" type="pres">
      <dgm:prSet presAssocID="{34B00122-1A07-46F2-91A9-42264273440D}" presName="parallelogram4" presStyleLbl="alignNode1" presStyleIdx="3" presStyleCnt="35"/>
      <dgm:spPr/>
    </dgm:pt>
    <dgm:pt modelId="{ECF397B3-0A79-4C03-BE87-B6E1D8D472AC}" type="pres">
      <dgm:prSet presAssocID="{34B00122-1A07-46F2-91A9-42264273440D}" presName="parallelogram5" presStyleLbl="alignNode1" presStyleIdx="4" presStyleCnt="35"/>
      <dgm:spPr/>
    </dgm:pt>
    <dgm:pt modelId="{80115E43-0842-47D9-98CF-8C442697EED8}" type="pres">
      <dgm:prSet presAssocID="{34B00122-1A07-46F2-91A9-42264273440D}" presName="parallelogram6" presStyleLbl="alignNode1" presStyleIdx="5" presStyleCnt="35"/>
      <dgm:spPr/>
    </dgm:pt>
    <dgm:pt modelId="{E0327C1D-2B57-4CD2-B1D4-33E168F6FD28}" type="pres">
      <dgm:prSet presAssocID="{34B00122-1A07-46F2-91A9-42264273440D}" presName="parallelogram7" presStyleLbl="alignNode1" presStyleIdx="6" presStyleCnt="35"/>
      <dgm:spPr/>
    </dgm:pt>
    <dgm:pt modelId="{706495E5-A096-4749-A849-763DE8C5A345}" type="pres">
      <dgm:prSet presAssocID="{E3CD3AFB-BD04-411F-A1B7-967E4E0480A9}" presName="sibTrans" presStyleCnt="0"/>
      <dgm:spPr/>
    </dgm:pt>
    <dgm:pt modelId="{DABACDF7-25B5-4CF6-B400-5E77E13A37FE}" type="pres">
      <dgm:prSet presAssocID="{D2B1A37D-5801-4449-B95D-1E6780F18BBC}" presName="parenttextcomposite" presStyleCnt="0"/>
      <dgm:spPr/>
    </dgm:pt>
    <dgm:pt modelId="{C34999FE-2B6A-4774-9FB5-811E37E4B446}" type="pres">
      <dgm:prSet presAssocID="{D2B1A37D-5801-4449-B95D-1E6780F18BBC}" presName="parenttext" presStyleLbl="revTx" presStyleIdx="1" presStyleCnt="5">
        <dgm:presLayoutVars>
          <dgm:chMax/>
          <dgm:chPref val="2"/>
          <dgm:bulletEnabled val="1"/>
        </dgm:presLayoutVars>
      </dgm:prSet>
      <dgm:spPr/>
    </dgm:pt>
    <dgm:pt modelId="{FFBFFBF2-96C6-4B4D-A19A-A8521FD6DFFC}" type="pres">
      <dgm:prSet presAssocID="{D2B1A37D-5801-4449-B95D-1E6780F18BBC}" presName="parallelogramComposite" presStyleCnt="0"/>
      <dgm:spPr/>
    </dgm:pt>
    <dgm:pt modelId="{521AF226-622D-4620-9862-54BEFB770C5A}" type="pres">
      <dgm:prSet presAssocID="{D2B1A37D-5801-4449-B95D-1E6780F18BBC}" presName="parallelogram1" presStyleLbl="alignNode1" presStyleIdx="7" presStyleCnt="35"/>
      <dgm:spPr/>
    </dgm:pt>
    <dgm:pt modelId="{BF0B21A8-F646-4A25-8600-508E4882251C}" type="pres">
      <dgm:prSet presAssocID="{D2B1A37D-5801-4449-B95D-1E6780F18BBC}" presName="parallelogram2" presStyleLbl="alignNode1" presStyleIdx="8" presStyleCnt="35"/>
      <dgm:spPr/>
    </dgm:pt>
    <dgm:pt modelId="{55132F16-38AF-4A64-8EF4-E0E45E301F1C}" type="pres">
      <dgm:prSet presAssocID="{D2B1A37D-5801-4449-B95D-1E6780F18BBC}" presName="parallelogram3" presStyleLbl="alignNode1" presStyleIdx="9" presStyleCnt="35"/>
      <dgm:spPr/>
    </dgm:pt>
    <dgm:pt modelId="{BC2F2925-D48B-4699-93D7-33AEE5ED5131}" type="pres">
      <dgm:prSet presAssocID="{D2B1A37D-5801-4449-B95D-1E6780F18BBC}" presName="parallelogram4" presStyleLbl="alignNode1" presStyleIdx="10" presStyleCnt="35"/>
      <dgm:spPr/>
    </dgm:pt>
    <dgm:pt modelId="{F101269B-1FAB-40F2-9B11-14AAC79556AE}" type="pres">
      <dgm:prSet presAssocID="{D2B1A37D-5801-4449-B95D-1E6780F18BBC}" presName="parallelogram5" presStyleLbl="alignNode1" presStyleIdx="11" presStyleCnt="35"/>
      <dgm:spPr/>
    </dgm:pt>
    <dgm:pt modelId="{DC34200B-FA5E-4CB2-AEA9-6E8561FD9055}" type="pres">
      <dgm:prSet presAssocID="{D2B1A37D-5801-4449-B95D-1E6780F18BBC}" presName="parallelogram6" presStyleLbl="alignNode1" presStyleIdx="12" presStyleCnt="35"/>
      <dgm:spPr/>
    </dgm:pt>
    <dgm:pt modelId="{0159CCEA-3160-423C-A29C-216020B22DEE}" type="pres">
      <dgm:prSet presAssocID="{D2B1A37D-5801-4449-B95D-1E6780F18BBC}" presName="parallelogram7" presStyleLbl="alignNode1" presStyleIdx="13" presStyleCnt="35"/>
      <dgm:spPr/>
    </dgm:pt>
    <dgm:pt modelId="{4B6E28AB-F03A-4041-813D-2916BA3EBB6E}" type="pres">
      <dgm:prSet presAssocID="{F9F4BD1E-5084-41A7-A04E-83D7A5550617}" presName="sibTrans" presStyleCnt="0"/>
      <dgm:spPr/>
    </dgm:pt>
    <dgm:pt modelId="{CAACCA33-4237-40BC-A977-8A4A2388C073}" type="pres">
      <dgm:prSet presAssocID="{8F420DF1-B7D9-4320-976A-D7C525F1C7E9}" presName="parenttextcomposite" presStyleCnt="0"/>
      <dgm:spPr/>
    </dgm:pt>
    <dgm:pt modelId="{3D0D1666-ADF7-40FC-9378-570EBD1A77A6}" type="pres">
      <dgm:prSet presAssocID="{8F420DF1-B7D9-4320-976A-D7C525F1C7E9}" presName="parenttext" presStyleLbl="revTx" presStyleIdx="2" presStyleCnt="5">
        <dgm:presLayoutVars>
          <dgm:chMax/>
          <dgm:chPref val="2"/>
          <dgm:bulletEnabled val="1"/>
        </dgm:presLayoutVars>
      </dgm:prSet>
      <dgm:spPr/>
    </dgm:pt>
    <dgm:pt modelId="{6F99F411-391F-400F-BC5F-76D41A2A419D}" type="pres">
      <dgm:prSet presAssocID="{8F420DF1-B7D9-4320-976A-D7C525F1C7E9}" presName="parallelogramComposite" presStyleCnt="0"/>
      <dgm:spPr/>
    </dgm:pt>
    <dgm:pt modelId="{1F28AC96-CD8A-4ECA-95C2-E39CE31F27EB}" type="pres">
      <dgm:prSet presAssocID="{8F420DF1-B7D9-4320-976A-D7C525F1C7E9}" presName="parallelogram1" presStyleLbl="alignNode1" presStyleIdx="14" presStyleCnt="35"/>
      <dgm:spPr/>
    </dgm:pt>
    <dgm:pt modelId="{231F093A-60D6-4A9A-9E1A-D594D1B0BB9C}" type="pres">
      <dgm:prSet presAssocID="{8F420DF1-B7D9-4320-976A-D7C525F1C7E9}" presName="parallelogram2" presStyleLbl="alignNode1" presStyleIdx="15" presStyleCnt="35"/>
      <dgm:spPr/>
    </dgm:pt>
    <dgm:pt modelId="{74C51AC3-23B6-42BC-A153-AF5A6A11FD31}" type="pres">
      <dgm:prSet presAssocID="{8F420DF1-B7D9-4320-976A-D7C525F1C7E9}" presName="parallelogram3" presStyleLbl="alignNode1" presStyleIdx="16" presStyleCnt="35"/>
      <dgm:spPr/>
    </dgm:pt>
    <dgm:pt modelId="{063AC584-0A4E-424D-866A-F38AF362C37F}" type="pres">
      <dgm:prSet presAssocID="{8F420DF1-B7D9-4320-976A-D7C525F1C7E9}" presName="parallelogram4" presStyleLbl="alignNode1" presStyleIdx="17" presStyleCnt="35"/>
      <dgm:spPr/>
    </dgm:pt>
    <dgm:pt modelId="{703CCE3C-91F2-46AB-AE58-A0C576D67ED2}" type="pres">
      <dgm:prSet presAssocID="{8F420DF1-B7D9-4320-976A-D7C525F1C7E9}" presName="parallelogram5" presStyleLbl="alignNode1" presStyleIdx="18" presStyleCnt="35"/>
      <dgm:spPr/>
    </dgm:pt>
    <dgm:pt modelId="{1E644327-EE80-4870-A45F-94D00E3048E6}" type="pres">
      <dgm:prSet presAssocID="{8F420DF1-B7D9-4320-976A-D7C525F1C7E9}" presName="parallelogram6" presStyleLbl="alignNode1" presStyleIdx="19" presStyleCnt="35"/>
      <dgm:spPr/>
    </dgm:pt>
    <dgm:pt modelId="{4244E0A0-ABB4-46DF-9536-F7A469576F5E}" type="pres">
      <dgm:prSet presAssocID="{8F420DF1-B7D9-4320-976A-D7C525F1C7E9}" presName="parallelogram7" presStyleLbl="alignNode1" presStyleIdx="20" presStyleCnt="35"/>
      <dgm:spPr/>
    </dgm:pt>
    <dgm:pt modelId="{580CE123-1D40-46D2-92FE-B5DC8D87F03C}" type="pres">
      <dgm:prSet presAssocID="{7B3EAB6E-15BF-4158-8A4D-008FB9A581D2}" presName="sibTrans" presStyleCnt="0"/>
      <dgm:spPr/>
    </dgm:pt>
    <dgm:pt modelId="{5CE974F3-6A5C-471E-9D06-D3117C5D4171}" type="pres">
      <dgm:prSet presAssocID="{D74DF16A-C9EB-432B-AA59-A04E733B7E1F}" presName="parenttextcomposite" presStyleCnt="0"/>
      <dgm:spPr/>
    </dgm:pt>
    <dgm:pt modelId="{B858E573-AA6A-4EE7-986B-BA3DE040D358}" type="pres">
      <dgm:prSet presAssocID="{D74DF16A-C9EB-432B-AA59-A04E733B7E1F}" presName="parenttext" presStyleLbl="revTx" presStyleIdx="3" presStyleCnt="5">
        <dgm:presLayoutVars>
          <dgm:chMax/>
          <dgm:chPref val="2"/>
          <dgm:bulletEnabled val="1"/>
        </dgm:presLayoutVars>
      </dgm:prSet>
      <dgm:spPr/>
    </dgm:pt>
    <dgm:pt modelId="{5803CED0-A71C-416F-B1FC-20CC259D6BFC}" type="pres">
      <dgm:prSet presAssocID="{D74DF16A-C9EB-432B-AA59-A04E733B7E1F}" presName="parallelogramComposite" presStyleCnt="0"/>
      <dgm:spPr/>
    </dgm:pt>
    <dgm:pt modelId="{44EA8644-07F1-46B1-8BC0-1EEEFC55BA89}" type="pres">
      <dgm:prSet presAssocID="{D74DF16A-C9EB-432B-AA59-A04E733B7E1F}" presName="parallelogram1" presStyleLbl="alignNode1" presStyleIdx="21" presStyleCnt="35"/>
      <dgm:spPr/>
    </dgm:pt>
    <dgm:pt modelId="{8145A7BF-280A-4DFE-9AE8-ED4CEC3ED8C8}" type="pres">
      <dgm:prSet presAssocID="{D74DF16A-C9EB-432B-AA59-A04E733B7E1F}" presName="parallelogram2" presStyleLbl="alignNode1" presStyleIdx="22" presStyleCnt="35"/>
      <dgm:spPr/>
    </dgm:pt>
    <dgm:pt modelId="{E5F39298-938C-4494-990E-622C845394C7}" type="pres">
      <dgm:prSet presAssocID="{D74DF16A-C9EB-432B-AA59-A04E733B7E1F}" presName="parallelogram3" presStyleLbl="alignNode1" presStyleIdx="23" presStyleCnt="35"/>
      <dgm:spPr/>
    </dgm:pt>
    <dgm:pt modelId="{D1B78D09-38D4-4945-8BEB-082374FFB38B}" type="pres">
      <dgm:prSet presAssocID="{D74DF16A-C9EB-432B-AA59-A04E733B7E1F}" presName="parallelogram4" presStyleLbl="alignNode1" presStyleIdx="24" presStyleCnt="35"/>
      <dgm:spPr/>
    </dgm:pt>
    <dgm:pt modelId="{515821EF-272B-4BE2-98AF-17C9D61D1103}" type="pres">
      <dgm:prSet presAssocID="{D74DF16A-C9EB-432B-AA59-A04E733B7E1F}" presName="parallelogram5" presStyleLbl="alignNode1" presStyleIdx="25" presStyleCnt="35"/>
      <dgm:spPr/>
    </dgm:pt>
    <dgm:pt modelId="{0802AB2B-ABB7-4420-9E42-9B236D4BEC71}" type="pres">
      <dgm:prSet presAssocID="{D74DF16A-C9EB-432B-AA59-A04E733B7E1F}" presName="parallelogram6" presStyleLbl="alignNode1" presStyleIdx="26" presStyleCnt="35"/>
      <dgm:spPr/>
    </dgm:pt>
    <dgm:pt modelId="{9F944EF3-C37B-4B07-A3B1-D24C2DEE35D3}" type="pres">
      <dgm:prSet presAssocID="{D74DF16A-C9EB-432B-AA59-A04E733B7E1F}" presName="parallelogram7" presStyleLbl="alignNode1" presStyleIdx="27" presStyleCnt="35"/>
      <dgm:spPr/>
    </dgm:pt>
    <dgm:pt modelId="{D53CFD45-AD0A-412A-8C96-1BD4204C8DEE}" type="pres">
      <dgm:prSet presAssocID="{CAC4F222-3479-47B6-987D-47C3FF90C3FE}" presName="sibTrans" presStyleCnt="0"/>
      <dgm:spPr/>
    </dgm:pt>
    <dgm:pt modelId="{2D406ADA-5C37-4466-8EDE-D4D27D3003BA}" type="pres">
      <dgm:prSet presAssocID="{F0B74175-A794-496F-A4DF-5041D46ABCDF}" presName="parenttextcomposite" presStyleCnt="0"/>
      <dgm:spPr/>
    </dgm:pt>
    <dgm:pt modelId="{3C67D31D-FF33-4715-980E-107D88F7423A}" type="pres">
      <dgm:prSet presAssocID="{F0B74175-A794-496F-A4DF-5041D46ABCDF}" presName="parenttext" presStyleLbl="revTx" presStyleIdx="4" presStyleCnt="5">
        <dgm:presLayoutVars>
          <dgm:chMax/>
          <dgm:chPref val="2"/>
          <dgm:bulletEnabled val="1"/>
        </dgm:presLayoutVars>
      </dgm:prSet>
      <dgm:spPr/>
    </dgm:pt>
    <dgm:pt modelId="{9E996403-B816-4ABE-B348-F1CD0D88F36D}" type="pres">
      <dgm:prSet presAssocID="{F0B74175-A794-496F-A4DF-5041D46ABCDF}" presName="parallelogramComposite" presStyleCnt="0"/>
      <dgm:spPr/>
    </dgm:pt>
    <dgm:pt modelId="{DBDFEAF7-40DF-46D9-863A-8FAA8FA6CE28}" type="pres">
      <dgm:prSet presAssocID="{F0B74175-A794-496F-A4DF-5041D46ABCDF}" presName="parallelogram1" presStyleLbl="alignNode1" presStyleIdx="28" presStyleCnt="35"/>
      <dgm:spPr/>
    </dgm:pt>
    <dgm:pt modelId="{51E2627B-B990-4A01-BA3B-7DE3370D0899}" type="pres">
      <dgm:prSet presAssocID="{F0B74175-A794-496F-A4DF-5041D46ABCDF}" presName="parallelogram2" presStyleLbl="alignNode1" presStyleIdx="29" presStyleCnt="35"/>
      <dgm:spPr/>
    </dgm:pt>
    <dgm:pt modelId="{6D3DC08E-A1B3-494C-8610-62598E077345}" type="pres">
      <dgm:prSet presAssocID="{F0B74175-A794-496F-A4DF-5041D46ABCDF}" presName="parallelogram3" presStyleLbl="alignNode1" presStyleIdx="30" presStyleCnt="35"/>
      <dgm:spPr/>
    </dgm:pt>
    <dgm:pt modelId="{DFBD2829-A788-49C8-8B53-725A3945CE2A}" type="pres">
      <dgm:prSet presAssocID="{F0B74175-A794-496F-A4DF-5041D46ABCDF}" presName="parallelogram4" presStyleLbl="alignNode1" presStyleIdx="31" presStyleCnt="35"/>
      <dgm:spPr/>
    </dgm:pt>
    <dgm:pt modelId="{06F19846-C198-4328-A2BF-0885F9A7772A}" type="pres">
      <dgm:prSet presAssocID="{F0B74175-A794-496F-A4DF-5041D46ABCDF}" presName="parallelogram5" presStyleLbl="alignNode1" presStyleIdx="32" presStyleCnt="35"/>
      <dgm:spPr/>
    </dgm:pt>
    <dgm:pt modelId="{6D5C22C3-EF8D-4FFC-B409-35AAA0DE3FCD}" type="pres">
      <dgm:prSet presAssocID="{F0B74175-A794-496F-A4DF-5041D46ABCDF}" presName="parallelogram6" presStyleLbl="alignNode1" presStyleIdx="33" presStyleCnt="35"/>
      <dgm:spPr/>
    </dgm:pt>
    <dgm:pt modelId="{253BFAE2-B267-46D3-968A-BCB1E31FB41F}" type="pres">
      <dgm:prSet presAssocID="{F0B74175-A794-496F-A4DF-5041D46ABCDF}" presName="parallelogram7" presStyleLbl="alignNode1" presStyleIdx="34" presStyleCnt="35"/>
      <dgm:spPr/>
    </dgm:pt>
  </dgm:ptLst>
  <dgm:cxnLst>
    <dgm:cxn modelId="{16160B00-5103-4DA5-97C9-9C695680DB33}" type="presOf" srcId="{F0B74175-A794-496F-A4DF-5041D46ABCDF}" destId="{3C67D31D-FF33-4715-980E-107D88F7423A}" srcOrd="0" destOrd="0" presId="urn:microsoft.com/office/officeart/2008/layout/VerticalAccentList"/>
    <dgm:cxn modelId="{FC76C81C-7552-4624-BDCB-4F04191ADA12}" type="presOf" srcId="{D2B1A37D-5801-4449-B95D-1E6780F18BBC}" destId="{C34999FE-2B6A-4774-9FB5-811E37E4B446}" srcOrd="0" destOrd="0" presId="urn:microsoft.com/office/officeart/2008/layout/VerticalAccentList"/>
    <dgm:cxn modelId="{30D67B4F-3700-4D22-801F-7A857B9A90C2}" type="presOf" srcId="{34B00122-1A07-46F2-91A9-42264273440D}" destId="{57B95869-B6BA-4E16-893B-6718BEAC2943}" srcOrd="0" destOrd="0" presId="urn:microsoft.com/office/officeart/2008/layout/VerticalAccentList"/>
    <dgm:cxn modelId="{EF58378A-963B-4150-81C7-4F8FA3A6A177}" type="presOf" srcId="{27D1C336-9EAC-4963-B308-CE6FAE3B71F4}" destId="{149CB6B4-A94F-4024-A8DD-7A26CB8F8F27}" srcOrd="0" destOrd="0" presId="urn:microsoft.com/office/officeart/2008/layout/VerticalAccentList"/>
    <dgm:cxn modelId="{BDA3A694-9462-4A29-99FA-84D3526B7BF4}" srcId="{27D1C336-9EAC-4963-B308-CE6FAE3B71F4}" destId="{F0B74175-A794-496F-A4DF-5041D46ABCDF}" srcOrd="4" destOrd="0" parTransId="{81E95A23-E22F-473A-BFE1-2A83C1461BC3}" sibTransId="{4C14EC7B-770F-42EE-841E-D06FBCC86B28}"/>
    <dgm:cxn modelId="{63534F96-4FCE-4F14-8A72-B5277E7CF703}" srcId="{27D1C336-9EAC-4963-B308-CE6FAE3B71F4}" destId="{34B00122-1A07-46F2-91A9-42264273440D}" srcOrd="0" destOrd="0" parTransId="{05AF0CA7-EDD1-4D4C-BE92-9441EE1B1ACF}" sibTransId="{E3CD3AFB-BD04-411F-A1B7-967E4E0480A9}"/>
    <dgm:cxn modelId="{F8334BC9-F69F-458D-99FB-A88540EE85ED}" srcId="{27D1C336-9EAC-4963-B308-CE6FAE3B71F4}" destId="{D2B1A37D-5801-4449-B95D-1E6780F18BBC}" srcOrd="1" destOrd="0" parTransId="{63DA8AD6-3A17-44A4-A865-E26DFF40971A}" sibTransId="{F9F4BD1E-5084-41A7-A04E-83D7A5550617}"/>
    <dgm:cxn modelId="{36F3C2DB-FAFF-476A-8008-7C8FBFB918FF}" srcId="{27D1C336-9EAC-4963-B308-CE6FAE3B71F4}" destId="{8F420DF1-B7D9-4320-976A-D7C525F1C7E9}" srcOrd="2" destOrd="0" parTransId="{17871D7C-7156-49C6-8B5A-CC3C3444B5BF}" sibTransId="{7B3EAB6E-15BF-4158-8A4D-008FB9A581D2}"/>
    <dgm:cxn modelId="{89DA84E9-1CEB-4666-BBBB-CB746B4E2FE9}" type="presOf" srcId="{8F420DF1-B7D9-4320-976A-D7C525F1C7E9}" destId="{3D0D1666-ADF7-40FC-9378-570EBD1A77A6}" srcOrd="0" destOrd="0" presId="urn:microsoft.com/office/officeart/2008/layout/VerticalAccentList"/>
    <dgm:cxn modelId="{C3CC26ED-6C57-4EB4-A8D8-2A90E3A5E3EE}" srcId="{27D1C336-9EAC-4963-B308-CE6FAE3B71F4}" destId="{D74DF16A-C9EB-432B-AA59-A04E733B7E1F}" srcOrd="3" destOrd="0" parTransId="{F9AD16BB-FE63-4331-A601-A1EA2BAE9C51}" sibTransId="{CAC4F222-3479-47B6-987D-47C3FF90C3FE}"/>
    <dgm:cxn modelId="{64797EF1-9E2B-4E6B-848E-8DDC8ACB1D1C}" type="presOf" srcId="{D74DF16A-C9EB-432B-AA59-A04E733B7E1F}" destId="{B858E573-AA6A-4EE7-986B-BA3DE040D358}" srcOrd="0" destOrd="0" presId="urn:microsoft.com/office/officeart/2008/layout/VerticalAccentList"/>
    <dgm:cxn modelId="{0D7967BF-89BA-4195-9980-24FBF295F3D0}" type="presParOf" srcId="{149CB6B4-A94F-4024-A8DD-7A26CB8F8F27}" destId="{F885692C-58A6-4357-B31C-805FE01DAC34}" srcOrd="0" destOrd="0" presId="urn:microsoft.com/office/officeart/2008/layout/VerticalAccentList"/>
    <dgm:cxn modelId="{B2F37C04-04AF-42E8-8E86-0C18993CEBDD}" type="presParOf" srcId="{F885692C-58A6-4357-B31C-805FE01DAC34}" destId="{57B95869-B6BA-4E16-893B-6718BEAC2943}" srcOrd="0" destOrd="0" presId="urn:microsoft.com/office/officeart/2008/layout/VerticalAccentList"/>
    <dgm:cxn modelId="{2D71F566-0790-4F28-B7A4-84A9281A341F}" type="presParOf" srcId="{149CB6B4-A94F-4024-A8DD-7A26CB8F8F27}" destId="{B380E484-C6D1-4A09-99BA-24C3208CBC4B}" srcOrd="1" destOrd="0" presId="urn:microsoft.com/office/officeart/2008/layout/VerticalAccentList"/>
    <dgm:cxn modelId="{294ECFA9-BE7F-4D87-BFBB-B45047871172}" type="presParOf" srcId="{B380E484-C6D1-4A09-99BA-24C3208CBC4B}" destId="{9E60DB47-28CD-47FB-98BF-66D039C51BE5}" srcOrd="0" destOrd="0" presId="urn:microsoft.com/office/officeart/2008/layout/VerticalAccentList"/>
    <dgm:cxn modelId="{FD6D2B7F-4766-496D-85C9-F3FEC08B037F}" type="presParOf" srcId="{B380E484-C6D1-4A09-99BA-24C3208CBC4B}" destId="{B12B8BB0-04A8-4909-9112-A96E516ADFFA}" srcOrd="1" destOrd="0" presId="urn:microsoft.com/office/officeart/2008/layout/VerticalAccentList"/>
    <dgm:cxn modelId="{D977B2CB-D2B2-4AAD-9275-FB63552FC8B3}" type="presParOf" srcId="{B380E484-C6D1-4A09-99BA-24C3208CBC4B}" destId="{534C67D3-8933-4834-9CB6-892C661E57AC}" srcOrd="2" destOrd="0" presId="urn:microsoft.com/office/officeart/2008/layout/VerticalAccentList"/>
    <dgm:cxn modelId="{2AFBEFF1-0282-47DF-85BC-BA0A1D7FFD07}" type="presParOf" srcId="{B380E484-C6D1-4A09-99BA-24C3208CBC4B}" destId="{4D8AF20D-576A-4BCE-8EDC-C35108E6411D}" srcOrd="3" destOrd="0" presId="urn:microsoft.com/office/officeart/2008/layout/VerticalAccentList"/>
    <dgm:cxn modelId="{9DD4872D-D6D2-4CBC-B25B-41922F76AF3F}" type="presParOf" srcId="{B380E484-C6D1-4A09-99BA-24C3208CBC4B}" destId="{ECF397B3-0A79-4C03-BE87-B6E1D8D472AC}" srcOrd="4" destOrd="0" presId="urn:microsoft.com/office/officeart/2008/layout/VerticalAccentList"/>
    <dgm:cxn modelId="{2F7E1B6B-5561-484C-9F29-0799362AC342}" type="presParOf" srcId="{B380E484-C6D1-4A09-99BA-24C3208CBC4B}" destId="{80115E43-0842-47D9-98CF-8C442697EED8}" srcOrd="5" destOrd="0" presId="urn:microsoft.com/office/officeart/2008/layout/VerticalAccentList"/>
    <dgm:cxn modelId="{B058677E-CE1B-4A6F-9FBF-2668AD7971B3}" type="presParOf" srcId="{B380E484-C6D1-4A09-99BA-24C3208CBC4B}" destId="{E0327C1D-2B57-4CD2-B1D4-33E168F6FD28}" srcOrd="6" destOrd="0" presId="urn:microsoft.com/office/officeart/2008/layout/VerticalAccentList"/>
    <dgm:cxn modelId="{E2F8272D-5165-4148-BD40-D1973A1DAE4E}" type="presParOf" srcId="{149CB6B4-A94F-4024-A8DD-7A26CB8F8F27}" destId="{706495E5-A096-4749-A849-763DE8C5A345}" srcOrd="2" destOrd="0" presId="urn:microsoft.com/office/officeart/2008/layout/VerticalAccentList"/>
    <dgm:cxn modelId="{7E6A8B53-748A-420A-B177-5FE0C3531BB2}" type="presParOf" srcId="{149CB6B4-A94F-4024-A8DD-7A26CB8F8F27}" destId="{DABACDF7-25B5-4CF6-B400-5E77E13A37FE}" srcOrd="3" destOrd="0" presId="urn:microsoft.com/office/officeart/2008/layout/VerticalAccentList"/>
    <dgm:cxn modelId="{0DE739EF-B693-4025-8D1E-C7D153A7B5F4}" type="presParOf" srcId="{DABACDF7-25B5-4CF6-B400-5E77E13A37FE}" destId="{C34999FE-2B6A-4774-9FB5-811E37E4B446}" srcOrd="0" destOrd="0" presId="urn:microsoft.com/office/officeart/2008/layout/VerticalAccentList"/>
    <dgm:cxn modelId="{CB1F33DD-6ED6-4D34-8EEF-378623060454}" type="presParOf" srcId="{149CB6B4-A94F-4024-A8DD-7A26CB8F8F27}" destId="{FFBFFBF2-96C6-4B4D-A19A-A8521FD6DFFC}" srcOrd="4" destOrd="0" presId="urn:microsoft.com/office/officeart/2008/layout/VerticalAccentList"/>
    <dgm:cxn modelId="{179D525D-956D-485A-A6E3-243D31D61006}" type="presParOf" srcId="{FFBFFBF2-96C6-4B4D-A19A-A8521FD6DFFC}" destId="{521AF226-622D-4620-9862-54BEFB770C5A}" srcOrd="0" destOrd="0" presId="urn:microsoft.com/office/officeart/2008/layout/VerticalAccentList"/>
    <dgm:cxn modelId="{D85793D8-2D73-4A92-AD8A-1CA19B6A89F3}" type="presParOf" srcId="{FFBFFBF2-96C6-4B4D-A19A-A8521FD6DFFC}" destId="{BF0B21A8-F646-4A25-8600-508E4882251C}" srcOrd="1" destOrd="0" presId="urn:microsoft.com/office/officeart/2008/layout/VerticalAccentList"/>
    <dgm:cxn modelId="{7CBF825F-F7C2-491E-BB22-9024351B6610}" type="presParOf" srcId="{FFBFFBF2-96C6-4B4D-A19A-A8521FD6DFFC}" destId="{55132F16-38AF-4A64-8EF4-E0E45E301F1C}" srcOrd="2" destOrd="0" presId="urn:microsoft.com/office/officeart/2008/layout/VerticalAccentList"/>
    <dgm:cxn modelId="{9A1FE5DA-8670-4323-BB9E-FC70B08743F5}" type="presParOf" srcId="{FFBFFBF2-96C6-4B4D-A19A-A8521FD6DFFC}" destId="{BC2F2925-D48B-4699-93D7-33AEE5ED5131}" srcOrd="3" destOrd="0" presId="urn:microsoft.com/office/officeart/2008/layout/VerticalAccentList"/>
    <dgm:cxn modelId="{C53860C0-DCE7-4798-94A1-D40BCBB31AAB}" type="presParOf" srcId="{FFBFFBF2-96C6-4B4D-A19A-A8521FD6DFFC}" destId="{F101269B-1FAB-40F2-9B11-14AAC79556AE}" srcOrd="4" destOrd="0" presId="urn:microsoft.com/office/officeart/2008/layout/VerticalAccentList"/>
    <dgm:cxn modelId="{B85D3B06-3820-49FC-923D-4DCDF304953B}" type="presParOf" srcId="{FFBFFBF2-96C6-4B4D-A19A-A8521FD6DFFC}" destId="{DC34200B-FA5E-4CB2-AEA9-6E8561FD9055}" srcOrd="5" destOrd="0" presId="urn:microsoft.com/office/officeart/2008/layout/VerticalAccentList"/>
    <dgm:cxn modelId="{D8FF882B-BA11-49F3-A3D8-04BC4363A6DE}" type="presParOf" srcId="{FFBFFBF2-96C6-4B4D-A19A-A8521FD6DFFC}" destId="{0159CCEA-3160-423C-A29C-216020B22DEE}" srcOrd="6" destOrd="0" presId="urn:microsoft.com/office/officeart/2008/layout/VerticalAccentList"/>
    <dgm:cxn modelId="{A2074E89-CFCF-4300-BA5C-B4921E2EA53C}" type="presParOf" srcId="{149CB6B4-A94F-4024-A8DD-7A26CB8F8F27}" destId="{4B6E28AB-F03A-4041-813D-2916BA3EBB6E}" srcOrd="5" destOrd="0" presId="urn:microsoft.com/office/officeart/2008/layout/VerticalAccentList"/>
    <dgm:cxn modelId="{EB6334F2-0E9C-4695-B373-040D0D1054AC}" type="presParOf" srcId="{149CB6B4-A94F-4024-A8DD-7A26CB8F8F27}" destId="{CAACCA33-4237-40BC-A977-8A4A2388C073}" srcOrd="6" destOrd="0" presId="urn:microsoft.com/office/officeart/2008/layout/VerticalAccentList"/>
    <dgm:cxn modelId="{611D55E5-0331-40E0-879A-C304DFA85409}" type="presParOf" srcId="{CAACCA33-4237-40BC-A977-8A4A2388C073}" destId="{3D0D1666-ADF7-40FC-9378-570EBD1A77A6}" srcOrd="0" destOrd="0" presId="urn:microsoft.com/office/officeart/2008/layout/VerticalAccentList"/>
    <dgm:cxn modelId="{899793E7-CC88-4947-903D-CC74BB80B4F4}" type="presParOf" srcId="{149CB6B4-A94F-4024-A8DD-7A26CB8F8F27}" destId="{6F99F411-391F-400F-BC5F-76D41A2A419D}" srcOrd="7" destOrd="0" presId="urn:microsoft.com/office/officeart/2008/layout/VerticalAccentList"/>
    <dgm:cxn modelId="{A57EDF53-B9D1-4644-ADB1-82036E2EB7AC}" type="presParOf" srcId="{6F99F411-391F-400F-BC5F-76D41A2A419D}" destId="{1F28AC96-CD8A-4ECA-95C2-E39CE31F27EB}" srcOrd="0" destOrd="0" presId="urn:microsoft.com/office/officeart/2008/layout/VerticalAccentList"/>
    <dgm:cxn modelId="{4E2DEC61-B910-4F68-99EE-01C27676029D}" type="presParOf" srcId="{6F99F411-391F-400F-BC5F-76D41A2A419D}" destId="{231F093A-60D6-4A9A-9E1A-D594D1B0BB9C}" srcOrd="1" destOrd="0" presId="urn:microsoft.com/office/officeart/2008/layout/VerticalAccentList"/>
    <dgm:cxn modelId="{C0444A23-C324-4AD7-B176-D1E3CCD0F452}" type="presParOf" srcId="{6F99F411-391F-400F-BC5F-76D41A2A419D}" destId="{74C51AC3-23B6-42BC-A153-AF5A6A11FD31}" srcOrd="2" destOrd="0" presId="urn:microsoft.com/office/officeart/2008/layout/VerticalAccentList"/>
    <dgm:cxn modelId="{56223DB6-65BF-4BE0-87F3-DF110368D2BC}" type="presParOf" srcId="{6F99F411-391F-400F-BC5F-76D41A2A419D}" destId="{063AC584-0A4E-424D-866A-F38AF362C37F}" srcOrd="3" destOrd="0" presId="urn:microsoft.com/office/officeart/2008/layout/VerticalAccentList"/>
    <dgm:cxn modelId="{3D1664A6-E710-4C5B-88DE-5734C8D90817}" type="presParOf" srcId="{6F99F411-391F-400F-BC5F-76D41A2A419D}" destId="{703CCE3C-91F2-46AB-AE58-A0C576D67ED2}" srcOrd="4" destOrd="0" presId="urn:microsoft.com/office/officeart/2008/layout/VerticalAccentList"/>
    <dgm:cxn modelId="{37FBB802-CAE4-4A4E-868B-563EC437E692}" type="presParOf" srcId="{6F99F411-391F-400F-BC5F-76D41A2A419D}" destId="{1E644327-EE80-4870-A45F-94D00E3048E6}" srcOrd="5" destOrd="0" presId="urn:microsoft.com/office/officeart/2008/layout/VerticalAccentList"/>
    <dgm:cxn modelId="{2BA1BF7E-C87A-4EC6-B69C-2CE44D998CAD}" type="presParOf" srcId="{6F99F411-391F-400F-BC5F-76D41A2A419D}" destId="{4244E0A0-ABB4-46DF-9536-F7A469576F5E}" srcOrd="6" destOrd="0" presId="urn:microsoft.com/office/officeart/2008/layout/VerticalAccentList"/>
    <dgm:cxn modelId="{D783EBBD-52CD-4C2B-8D74-A6027E961465}" type="presParOf" srcId="{149CB6B4-A94F-4024-A8DD-7A26CB8F8F27}" destId="{580CE123-1D40-46D2-92FE-B5DC8D87F03C}" srcOrd="8" destOrd="0" presId="urn:microsoft.com/office/officeart/2008/layout/VerticalAccentList"/>
    <dgm:cxn modelId="{49187A72-DB57-4D0D-98CA-8FF6BAE4494E}" type="presParOf" srcId="{149CB6B4-A94F-4024-A8DD-7A26CB8F8F27}" destId="{5CE974F3-6A5C-471E-9D06-D3117C5D4171}" srcOrd="9" destOrd="0" presId="urn:microsoft.com/office/officeart/2008/layout/VerticalAccentList"/>
    <dgm:cxn modelId="{4AA8006A-4CBF-40C7-8E5D-2EF15C9C7A92}" type="presParOf" srcId="{5CE974F3-6A5C-471E-9D06-D3117C5D4171}" destId="{B858E573-AA6A-4EE7-986B-BA3DE040D358}" srcOrd="0" destOrd="0" presId="urn:microsoft.com/office/officeart/2008/layout/VerticalAccentList"/>
    <dgm:cxn modelId="{3CFD9B89-F9B6-4754-906B-671166A8751A}" type="presParOf" srcId="{149CB6B4-A94F-4024-A8DD-7A26CB8F8F27}" destId="{5803CED0-A71C-416F-B1FC-20CC259D6BFC}" srcOrd="10" destOrd="0" presId="urn:microsoft.com/office/officeart/2008/layout/VerticalAccentList"/>
    <dgm:cxn modelId="{90D43011-BCFD-4481-9A10-30738B9797F9}" type="presParOf" srcId="{5803CED0-A71C-416F-B1FC-20CC259D6BFC}" destId="{44EA8644-07F1-46B1-8BC0-1EEEFC55BA89}" srcOrd="0" destOrd="0" presId="urn:microsoft.com/office/officeart/2008/layout/VerticalAccentList"/>
    <dgm:cxn modelId="{8BBC902D-52CD-41CE-811F-23C699032DBB}" type="presParOf" srcId="{5803CED0-A71C-416F-B1FC-20CC259D6BFC}" destId="{8145A7BF-280A-4DFE-9AE8-ED4CEC3ED8C8}" srcOrd="1" destOrd="0" presId="urn:microsoft.com/office/officeart/2008/layout/VerticalAccentList"/>
    <dgm:cxn modelId="{7274F6CD-F7BF-41FC-81FF-4DEF2A5696C2}" type="presParOf" srcId="{5803CED0-A71C-416F-B1FC-20CC259D6BFC}" destId="{E5F39298-938C-4494-990E-622C845394C7}" srcOrd="2" destOrd="0" presId="urn:microsoft.com/office/officeart/2008/layout/VerticalAccentList"/>
    <dgm:cxn modelId="{3FE62199-55DE-48AF-9502-4F7758080D03}" type="presParOf" srcId="{5803CED0-A71C-416F-B1FC-20CC259D6BFC}" destId="{D1B78D09-38D4-4945-8BEB-082374FFB38B}" srcOrd="3" destOrd="0" presId="urn:microsoft.com/office/officeart/2008/layout/VerticalAccentList"/>
    <dgm:cxn modelId="{5B362127-4FD0-40A3-9DAA-4475BF059397}" type="presParOf" srcId="{5803CED0-A71C-416F-B1FC-20CC259D6BFC}" destId="{515821EF-272B-4BE2-98AF-17C9D61D1103}" srcOrd="4" destOrd="0" presId="urn:microsoft.com/office/officeart/2008/layout/VerticalAccentList"/>
    <dgm:cxn modelId="{0CB2ADD7-AD71-4E56-875C-AC1DA445EAC1}" type="presParOf" srcId="{5803CED0-A71C-416F-B1FC-20CC259D6BFC}" destId="{0802AB2B-ABB7-4420-9E42-9B236D4BEC71}" srcOrd="5" destOrd="0" presId="urn:microsoft.com/office/officeart/2008/layout/VerticalAccentList"/>
    <dgm:cxn modelId="{F4B2D3C5-21A2-4D62-885A-EEE1EC984BFE}" type="presParOf" srcId="{5803CED0-A71C-416F-B1FC-20CC259D6BFC}" destId="{9F944EF3-C37B-4B07-A3B1-D24C2DEE35D3}" srcOrd="6" destOrd="0" presId="urn:microsoft.com/office/officeart/2008/layout/VerticalAccentList"/>
    <dgm:cxn modelId="{62D7F015-E70A-4DAE-8BDA-2A1684C6CE5A}" type="presParOf" srcId="{149CB6B4-A94F-4024-A8DD-7A26CB8F8F27}" destId="{D53CFD45-AD0A-412A-8C96-1BD4204C8DEE}" srcOrd="11" destOrd="0" presId="urn:microsoft.com/office/officeart/2008/layout/VerticalAccentList"/>
    <dgm:cxn modelId="{EFC73C19-C17F-40AB-8CAE-6408BA76D033}" type="presParOf" srcId="{149CB6B4-A94F-4024-A8DD-7A26CB8F8F27}" destId="{2D406ADA-5C37-4466-8EDE-D4D27D3003BA}" srcOrd="12" destOrd="0" presId="urn:microsoft.com/office/officeart/2008/layout/VerticalAccentList"/>
    <dgm:cxn modelId="{323EC625-A208-4D5C-AEFC-F886E2C39B79}" type="presParOf" srcId="{2D406ADA-5C37-4466-8EDE-D4D27D3003BA}" destId="{3C67D31D-FF33-4715-980E-107D88F7423A}" srcOrd="0" destOrd="0" presId="urn:microsoft.com/office/officeart/2008/layout/VerticalAccentList"/>
    <dgm:cxn modelId="{B5477F3C-3274-4412-8188-495874115DA8}" type="presParOf" srcId="{149CB6B4-A94F-4024-A8DD-7A26CB8F8F27}" destId="{9E996403-B816-4ABE-B348-F1CD0D88F36D}" srcOrd="13" destOrd="0" presId="urn:microsoft.com/office/officeart/2008/layout/VerticalAccentList"/>
    <dgm:cxn modelId="{51F83AAE-369C-4347-9553-29DC49B848EB}" type="presParOf" srcId="{9E996403-B816-4ABE-B348-F1CD0D88F36D}" destId="{DBDFEAF7-40DF-46D9-863A-8FAA8FA6CE28}" srcOrd="0" destOrd="0" presId="urn:microsoft.com/office/officeart/2008/layout/VerticalAccentList"/>
    <dgm:cxn modelId="{F5B3932A-5CBA-453C-9D68-D8386555A9E0}" type="presParOf" srcId="{9E996403-B816-4ABE-B348-F1CD0D88F36D}" destId="{51E2627B-B990-4A01-BA3B-7DE3370D0899}" srcOrd="1" destOrd="0" presId="urn:microsoft.com/office/officeart/2008/layout/VerticalAccentList"/>
    <dgm:cxn modelId="{502CF0FA-C9E8-42F4-AF9D-0EE6BE996737}" type="presParOf" srcId="{9E996403-B816-4ABE-B348-F1CD0D88F36D}" destId="{6D3DC08E-A1B3-494C-8610-62598E077345}" srcOrd="2" destOrd="0" presId="urn:microsoft.com/office/officeart/2008/layout/VerticalAccentList"/>
    <dgm:cxn modelId="{D8267BD6-0CAB-4E7D-B366-3FBE26DF0ACD}" type="presParOf" srcId="{9E996403-B816-4ABE-B348-F1CD0D88F36D}" destId="{DFBD2829-A788-49C8-8B53-725A3945CE2A}" srcOrd="3" destOrd="0" presId="urn:microsoft.com/office/officeart/2008/layout/VerticalAccentList"/>
    <dgm:cxn modelId="{D84E1FFC-A9EF-447D-A2D5-F89DA00EC729}" type="presParOf" srcId="{9E996403-B816-4ABE-B348-F1CD0D88F36D}" destId="{06F19846-C198-4328-A2BF-0885F9A7772A}" srcOrd="4" destOrd="0" presId="urn:microsoft.com/office/officeart/2008/layout/VerticalAccentList"/>
    <dgm:cxn modelId="{CF64F84C-7692-4F36-A662-085B696F478D}" type="presParOf" srcId="{9E996403-B816-4ABE-B348-F1CD0D88F36D}" destId="{6D5C22C3-EF8D-4FFC-B409-35AAA0DE3FCD}" srcOrd="5" destOrd="0" presId="urn:microsoft.com/office/officeart/2008/layout/VerticalAccentList"/>
    <dgm:cxn modelId="{92637AA2-C68A-49A8-81E5-055CCE2986BF}" type="presParOf" srcId="{9E996403-B816-4ABE-B348-F1CD0D88F36D}" destId="{253BFAE2-B267-46D3-968A-BCB1E31FB41F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A5A6760-24C6-4C1B-8C23-43A7AB480148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9F4DA842-6D1C-485F-AF03-90730CF21388}">
      <dgm:prSet custT="1"/>
      <dgm:spPr/>
      <dgm:t>
        <a:bodyPr/>
        <a:lstStyle/>
        <a:p>
          <a:r>
            <a:rPr lang="en-US" sz="1200" dirty="0"/>
            <a:t>Database-backed persistent storage</a:t>
          </a:r>
          <a:endParaRPr lang="en-IN" sz="1200" dirty="0"/>
        </a:p>
      </dgm:t>
    </dgm:pt>
    <dgm:pt modelId="{A5898C9A-A2FC-4B02-A81A-93EE4BBD623F}" type="parTrans" cxnId="{FAF61148-AA3C-43F7-8A72-55018E5076DF}">
      <dgm:prSet/>
      <dgm:spPr/>
      <dgm:t>
        <a:bodyPr/>
        <a:lstStyle/>
        <a:p>
          <a:endParaRPr lang="en-IN"/>
        </a:p>
      </dgm:t>
    </dgm:pt>
    <dgm:pt modelId="{59C6828C-C8C5-4872-96EB-32ED74636E6A}" type="sibTrans" cxnId="{FAF61148-AA3C-43F7-8A72-55018E5076DF}">
      <dgm:prSet/>
      <dgm:spPr/>
      <dgm:t>
        <a:bodyPr/>
        <a:lstStyle/>
        <a:p>
          <a:endParaRPr lang="en-IN"/>
        </a:p>
      </dgm:t>
    </dgm:pt>
    <dgm:pt modelId="{E815646F-49C4-407B-A98A-C9458AE4E298}">
      <dgm:prSet custT="1"/>
      <dgm:spPr/>
      <dgm:t>
        <a:bodyPr/>
        <a:lstStyle/>
        <a:p>
          <a:r>
            <a:rPr lang="en-US" sz="1200" dirty="0"/>
            <a:t>Role-based access control</a:t>
          </a:r>
          <a:endParaRPr lang="en-IN" sz="1200" dirty="0"/>
        </a:p>
      </dgm:t>
    </dgm:pt>
    <dgm:pt modelId="{128A2826-13B3-4138-B4FD-3D460DAAA3EE}" type="parTrans" cxnId="{88136E56-4169-4B79-A30C-6478B8CBF1B5}">
      <dgm:prSet/>
      <dgm:spPr/>
      <dgm:t>
        <a:bodyPr/>
        <a:lstStyle/>
        <a:p>
          <a:endParaRPr lang="en-IN"/>
        </a:p>
      </dgm:t>
    </dgm:pt>
    <dgm:pt modelId="{A7CAA1BA-007A-448A-BC8A-D22007137674}" type="sibTrans" cxnId="{88136E56-4169-4B79-A30C-6478B8CBF1B5}">
      <dgm:prSet/>
      <dgm:spPr/>
      <dgm:t>
        <a:bodyPr/>
        <a:lstStyle/>
        <a:p>
          <a:endParaRPr lang="en-IN"/>
        </a:p>
      </dgm:t>
    </dgm:pt>
    <dgm:pt modelId="{2EDA7245-A75A-4387-8C58-BC3FA4DE3729}">
      <dgm:prSet custT="1"/>
      <dgm:spPr/>
      <dgm:t>
        <a:bodyPr/>
        <a:lstStyle/>
        <a:p>
          <a:r>
            <a:rPr lang="en-US" sz="1200" dirty="0"/>
            <a:t>Real-time notifications for high-risk students</a:t>
          </a:r>
          <a:endParaRPr lang="en-IN" sz="1200" dirty="0"/>
        </a:p>
      </dgm:t>
    </dgm:pt>
    <dgm:pt modelId="{02DA75A5-6341-4FDF-ADC3-2552B73A97BB}" type="parTrans" cxnId="{C3E4A453-579B-47A4-B230-F226F3227108}">
      <dgm:prSet/>
      <dgm:spPr/>
      <dgm:t>
        <a:bodyPr/>
        <a:lstStyle/>
        <a:p>
          <a:endParaRPr lang="en-IN"/>
        </a:p>
      </dgm:t>
    </dgm:pt>
    <dgm:pt modelId="{23447E88-065E-48AE-9100-04A7A5F47267}" type="sibTrans" cxnId="{C3E4A453-579B-47A4-B230-F226F3227108}">
      <dgm:prSet/>
      <dgm:spPr/>
      <dgm:t>
        <a:bodyPr/>
        <a:lstStyle/>
        <a:p>
          <a:endParaRPr lang="en-IN"/>
        </a:p>
      </dgm:t>
    </dgm:pt>
    <dgm:pt modelId="{00586BAA-5B92-453C-AE96-9F7688A5CD8F}">
      <dgm:prSet custT="1"/>
      <dgm:spPr/>
      <dgm:t>
        <a:bodyPr/>
        <a:lstStyle/>
        <a:p>
          <a:r>
            <a:rPr lang="en-US" sz="1300" dirty="0"/>
            <a:t>Historical trend </a:t>
          </a:r>
          <a:r>
            <a:rPr lang="en-US" sz="1200" dirty="0"/>
            <a:t>analysis</a:t>
          </a:r>
          <a:endParaRPr lang="en-IN" sz="1200" dirty="0"/>
        </a:p>
      </dgm:t>
    </dgm:pt>
    <dgm:pt modelId="{6539247C-1993-423B-9F54-C11E2BA8E398}" type="parTrans" cxnId="{59E00FE5-1759-4A5E-888E-8EC4628DA20E}">
      <dgm:prSet/>
      <dgm:spPr/>
      <dgm:t>
        <a:bodyPr/>
        <a:lstStyle/>
        <a:p>
          <a:endParaRPr lang="en-IN"/>
        </a:p>
      </dgm:t>
    </dgm:pt>
    <dgm:pt modelId="{21844C4F-B500-4642-B991-7D63E7ABA1D0}" type="sibTrans" cxnId="{59E00FE5-1759-4A5E-888E-8EC4628DA20E}">
      <dgm:prSet/>
      <dgm:spPr/>
      <dgm:t>
        <a:bodyPr/>
        <a:lstStyle/>
        <a:p>
          <a:endParaRPr lang="en-IN"/>
        </a:p>
      </dgm:t>
    </dgm:pt>
    <dgm:pt modelId="{9580F924-4091-4CAB-BA06-514EAD0DB90B}">
      <dgm:prSet custT="1"/>
      <dgm:spPr/>
      <dgm:t>
        <a:bodyPr/>
        <a:lstStyle/>
        <a:p>
          <a:r>
            <a:rPr lang="en-US" sz="1200" dirty="0"/>
            <a:t>Advanced AI models for interventions</a:t>
          </a:r>
          <a:endParaRPr lang="en-IN" sz="1200" dirty="0"/>
        </a:p>
      </dgm:t>
    </dgm:pt>
    <dgm:pt modelId="{27FF912B-3B43-435A-9BD3-5C62EB0828D7}" type="parTrans" cxnId="{C49DB4FC-03D5-4671-8607-403D678C21CC}">
      <dgm:prSet/>
      <dgm:spPr/>
      <dgm:t>
        <a:bodyPr/>
        <a:lstStyle/>
        <a:p>
          <a:endParaRPr lang="en-IN"/>
        </a:p>
      </dgm:t>
    </dgm:pt>
    <dgm:pt modelId="{ACC5B1B9-5167-4DD6-B2A5-43B7A1057BBF}" type="sibTrans" cxnId="{C49DB4FC-03D5-4671-8607-403D678C21CC}">
      <dgm:prSet/>
      <dgm:spPr/>
      <dgm:t>
        <a:bodyPr/>
        <a:lstStyle/>
        <a:p>
          <a:endParaRPr lang="en-IN"/>
        </a:p>
      </dgm:t>
    </dgm:pt>
    <dgm:pt modelId="{411C76DB-BE37-4515-A61C-E9628A0BFCEC}" type="pres">
      <dgm:prSet presAssocID="{0A5A6760-24C6-4C1B-8C23-43A7AB480148}" presName="linear" presStyleCnt="0">
        <dgm:presLayoutVars>
          <dgm:animLvl val="lvl"/>
          <dgm:resizeHandles val="exact"/>
        </dgm:presLayoutVars>
      </dgm:prSet>
      <dgm:spPr/>
    </dgm:pt>
    <dgm:pt modelId="{392357E6-3898-4BBA-B41A-2CC2D41E177F}" type="pres">
      <dgm:prSet presAssocID="{9F4DA842-6D1C-485F-AF03-90730CF2138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81A158D-09F5-48E0-9EB5-1DEFD47D0A56}" type="pres">
      <dgm:prSet presAssocID="{59C6828C-C8C5-4872-96EB-32ED74636E6A}" presName="spacer" presStyleCnt="0"/>
      <dgm:spPr/>
    </dgm:pt>
    <dgm:pt modelId="{60D96C58-4F05-4060-BECC-1E2052B2044B}" type="pres">
      <dgm:prSet presAssocID="{E815646F-49C4-407B-A98A-C9458AE4E29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5F21719-9621-4105-ACD4-33BAB4A00F19}" type="pres">
      <dgm:prSet presAssocID="{A7CAA1BA-007A-448A-BC8A-D22007137674}" presName="spacer" presStyleCnt="0"/>
      <dgm:spPr/>
    </dgm:pt>
    <dgm:pt modelId="{F2DA4814-1B3D-4E52-87C3-C2F5C4A6DB24}" type="pres">
      <dgm:prSet presAssocID="{2EDA7245-A75A-4387-8C58-BC3FA4DE372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DC5A283-DDAA-4FA4-A873-697C065FBEC5}" type="pres">
      <dgm:prSet presAssocID="{23447E88-065E-48AE-9100-04A7A5F47267}" presName="spacer" presStyleCnt="0"/>
      <dgm:spPr/>
    </dgm:pt>
    <dgm:pt modelId="{CE5114D5-D58A-4A5B-B531-16772C3C494E}" type="pres">
      <dgm:prSet presAssocID="{00586BAA-5B92-453C-AE96-9F7688A5CD8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DA82CF5-5739-44E3-8111-9881F27CA2B0}" type="pres">
      <dgm:prSet presAssocID="{21844C4F-B500-4642-B991-7D63E7ABA1D0}" presName="spacer" presStyleCnt="0"/>
      <dgm:spPr/>
    </dgm:pt>
    <dgm:pt modelId="{20DE32B9-595F-4545-B39B-0B805B133594}" type="pres">
      <dgm:prSet presAssocID="{9580F924-4091-4CAB-BA06-514EAD0DB90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AF61148-AA3C-43F7-8A72-55018E5076DF}" srcId="{0A5A6760-24C6-4C1B-8C23-43A7AB480148}" destId="{9F4DA842-6D1C-485F-AF03-90730CF21388}" srcOrd="0" destOrd="0" parTransId="{A5898C9A-A2FC-4B02-A81A-93EE4BBD623F}" sibTransId="{59C6828C-C8C5-4872-96EB-32ED74636E6A}"/>
    <dgm:cxn modelId="{C3E4A453-579B-47A4-B230-F226F3227108}" srcId="{0A5A6760-24C6-4C1B-8C23-43A7AB480148}" destId="{2EDA7245-A75A-4387-8C58-BC3FA4DE3729}" srcOrd="2" destOrd="0" parTransId="{02DA75A5-6341-4FDF-ADC3-2552B73A97BB}" sibTransId="{23447E88-065E-48AE-9100-04A7A5F47267}"/>
    <dgm:cxn modelId="{88136E56-4169-4B79-A30C-6478B8CBF1B5}" srcId="{0A5A6760-24C6-4C1B-8C23-43A7AB480148}" destId="{E815646F-49C4-407B-A98A-C9458AE4E298}" srcOrd="1" destOrd="0" parTransId="{128A2826-13B3-4138-B4FD-3D460DAAA3EE}" sibTransId="{A7CAA1BA-007A-448A-BC8A-D22007137674}"/>
    <dgm:cxn modelId="{009AC384-6862-4A82-9C65-FAE7E8D5DC27}" type="presOf" srcId="{9F4DA842-6D1C-485F-AF03-90730CF21388}" destId="{392357E6-3898-4BBA-B41A-2CC2D41E177F}" srcOrd="0" destOrd="0" presId="urn:microsoft.com/office/officeart/2005/8/layout/vList2"/>
    <dgm:cxn modelId="{43068A92-8388-491B-A716-B2B56EC2977A}" type="presOf" srcId="{9580F924-4091-4CAB-BA06-514EAD0DB90B}" destId="{20DE32B9-595F-4545-B39B-0B805B133594}" srcOrd="0" destOrd="0" presId="urn:microsoft.com/office/officeart/2005/8/layout/vList2"/>
    <dgm:cxn modelId="{0281D5C4-7656-42D5-A4E3-3B1042E5727F}" type="presOf" srcId="{00586BAA-5B92-453C-AE96-9F7688A5CD8F}" destId="{CE5114D5-D58A-4A5B-B531-16772C3C494E}" srcOrd="0" destOrd="0" presId="urn:microsoft.com/office/officeart/2005/8/layout/vList2"/>
    <dgm:cxn modelId="{59E00FE5-1759-4A5E-888E-8EC4628DA20E}" srcId="{0A5A6760-24C6-4C1B-8C23-43A7AB480148}" destId="{00586BAA-5B92-453C-AE96-9F7688A5CD8F}" srcOrd="3" destOrd="0" parTransId="{6539247C-1993-423B-9F54-C11E2BA8E398}" sibTransId="{21844C4F-B500-4642-B991-7D63E7ABA1D0}"/>
    <dgm:cxn modelId="{551848EE-332F-41DA-80B2-D4879B0AEAE2}" type="presOf" srcId="{0A5A6760-24C6-4C1B-8C23-43A7AB480148}" destId="{411C76DB-BE37-4515-A61C-E9628A0BFCEC}" srcOrd="0" destOrd="0" presId="urn:microsoft.com/office/officeart/2005/8/layout/vList2"/>
    <dgm:cxn modelId="{796401F1-5A5B-445C-BD61-FCE7DD16A84E}" type="presOf" srcId="{E815646F-49C4-407B-A98A-C9458AE4E298}" destId="{60D96C58-4F05-4060-BECC-1E2052B2044B}" srcOrd="0" destOrd="0" presId="urn:microsoft.com/office/officeart/2005/8/layout/vList2"/>
    <dgm:cxn modelId="{B04A65F9-5EE7-48B8-AC48-D6F0CEA5D507}" type="presOf" srcId="{2EDA7245-A75A-4387-8C58-BC3FA4DE3729}" destId="{F2DA4814-1B3D-4E52-87C3-C2F5C4A6DB24}" srcOrd="0" destOrd="0" presId="urn:microsoft.com/office/officeart/2005/8/layout/vList2"/>
    <dgm:cxn modelId="{C49DB4FC-03D5-4671-8607-403D678C21CC}" srcId="{0A5A6760-24C6-4C1B-8C23-43A7AB480148}" destId="{9580F924-4091-4CAB-BA06-514EAD0DB90B}" srcOrd="4" destOrd="0" parTransId="{27FF912B-3B43-435A-9BD3-5C62EB0828D7}" sibTransId="{ACC5B1B9-5167-4DD6-B2A5-43B7A1057BBF}"/>
    <dgm:cxn modelId="{F0BCE285-ADD1-4671-A216-8F15D017DB06}" type="presParOf" srcId="{411C76DB-BE37-4515-A61C-E9628A0BFCEC}" destId="{392357E6-3898-4BBA-B41A-2CC2D41E177F}" srcOrd="0" destOrd="0" presId="urn:microsoft.com/office/officeart/2005/8/layout/vList2"/>
    <dgm:cxn modelId="{E591C0DD-8FB4-41E9-9F9F-C202B2A1DA0F}" type="presParOf" srcId="{411C76DB-BE37-4515-A61C-E9628A0BFCEC}" destId="{B81A158D-09F5-48E0-9EB5-1DEFD47D0A56}" srcOrd="1" destOrd="0" presId="urn:microsoft.com/office/officeart/2005/8/layout/vList2"/>
    <dgm:cxn modelId="{042F8371-1639-43C8-896D-ED973E00FEE0}" type="presParOf" srcId="{411C76DB-BE37-4515-A61C-E9628A0BFCEC}" destId="{60D96C58-4F05-4060-BECC-1E2052B2044B}" srcOrd="2" destOrd="0" presId="urn:microsoft.com/office/officeart/2005/8/layout/vList2"/>
    <dgm:cxn modelId="{B61928C2-F5DF-478B-8E14-CB03C4FEE730}" type="presParOf" srcId="{411C76DB-BE37-4515-A61C-E9628A0BFCEC}" destId="{95F21719-9621-4105-ACD4-33BAB4A00F19}" srcOrd="3" destOrd="0" presId="urn:microsoft.com/office/officeart/2005/8/layout/vList2"/>
    <dgm:cxn modelId="{A80C58E0-A331-4891-B7FE-2E3A9ABCD6A9}" type="presParOf" srcId="{411C76DB-BE37-4515-A61C-E9628A0BFCEC}" destId="{F2DA4814-1B3D-4E52-87C3-C2F5C4A6DB24}" srcOrd="4" destOrd="0" presId="urn:microsoft.com/office/officeart/2005/8/layout/vList2"/>
    <dgm:cxn modelId="{B90E695C-C1B5-486B-B23F-25C97EFDA625}" type="presParOf" srcId="{411C76DB-BE37-4515-A61C-E9628A0BFCEC}" destId="{0DC5A283-DDAA-4FA4-A873-697C065FBEC5}" srcOrd="5" destOrd="0" presId="urn:microsoft.com/office/officeart/2005/8/layout/vList2"/>
    <dgm:cxn modelId="{98D1CCDC-E1E1-46FA-858B-CB4E68D133F4}" type="presParOf" srcId="{411C76DB-BE37-4515-A61C-E9628A0BFCEC}" destId="{CE5114D5-D58A-4A5B-B531-16772C3C494E}" srcOrd="6" destOrd="0" presId="urn:microsoft.com/office/officeart/2005/8/layout/vList2"/>
    <dgm:cxn modelId="{FB0E6979-10F5-41DE-84C9-E1F0C4A99223}" type="presParOf" srcId="{411C76DB-BE37-4515-A61C-E9628A0BFCEC}" destId="{CDA82CF5-5739-44E3-8111-9881F27CA2B0}" srcOrd="7" destOrd="0" presId="urn:microsoft.com/office/officeart/2005/8/layout/vList2"/>
    <dgm:cxn modelId="{4160D1F9-05D3-4C0A-859C-0EC688A6E2BB}" type="presParOf" srcId="{411C76DB-BE37-4515-A61C-E9628A0BFCEC}" destId="{20DE32B9-595F-4545-B39B-0B805B13359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A5A6760-24C6-4C1B-8C23-43A7AB480148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E815646F-49C4-407B-A98A-C9458AE4E298}">
      <dgm:prSet custT="1"/>
      <dgm:spPr/>
      <dgm:t>
        <a:bodyPr/>
        <a:lstStyle/>
        <a:p>
          <a:r>
            <a:rPr lang="en-US" sz="1200" dirty="0"/>
            <a:t>Student Counsellors: Identify at-risk students</a:t>
          </a:r>
          <a:endParaRPr lang="en-IN" sz="1200" dirty="0"/>
        </a:p>
      </dgm:t>
    </dgm:pt>
    <dgm:pt modelId="{128A2826-13B3-4138-B4FD-3D460DAAA3EE}" type="parTrans" cxnId="{88136E56-4169-4B79-A30C-6478B8CBF1B5}">
      <dgm:prSet/>
      <dgm:spPr/>
      <dgm:t>
        <a:bodyPr/>
        <a:lstStyle/>
        <a:p>
          <a:endParaRPr lang="en-IN"/>
        </a:p>
      </dgm:t>
    </dgm:pt>
    <dgm:pt modelId="{A7CAA1BA-007A-448A-BC8A-D22007137674}" type="sibTrans" cxnId="{88136E56-4169-4B79-A30C-6478B8CBF1B5}">
      <dgm:prSet/>
      <dgm:spPr/>
      <dgm:t>
        <a:bodyPr/>
        <a:lstStyle/>
        <a:p>
          <a:endParaRPr lang="en-IN"/>
        </a:p>
      </dgm:t>
    </dgm:pt>
    <dgm:pt modelId="{2EDA7245-A75A-4387-8C58-BC3FA4DE3729}">
      <dgm:prSet custT="1"/>
      <dgm:spPr/>
      <dgm:t>
        <a:bodyPr/>
        <a:lstStyle/>
        <a:p>
          <a:r>
            <a:rPr lang="en-US" sz="1200" dirty="0"/>
            <a:t>Academic Managers: Oversee risk trends</a:t>
          </a:r>
          <a:endParaRPr lang="en-IN" sz="1200" dirty="0"/>
        </a:p>
      </dgm:t>
    </dgm:pt>
    <dgm:pt modelId="{02DA75A5-6341-4FDF-ADC3-2552B73A97BB}" type="parTrans" cxnId="{C3E4A453-579B-47A4-B230-F226F3227108}">
      <dgm:prSet/>
      <dgm:spPr/>
      <dgm:t>
        <a:bodyPr/>
        <a:lstStyle/>
        <a:p>
          <a:endParaRPr lang="en-IN"/>
        </a:p>
      </dgm:t>
    </dgm:pt>
    <dgm:pt modelId="{23447E88-065E-48AE-9100-04A7A5F47267}" type="sibTrans" cxnId="{C3E4A453-579B-47A4-B230-F226F3227108}">
      <dgm:prSet/>
      <dgm:spPr/>
      <dgm:t>
        <a:bodyPr/>
        <a:lstStyle/>
        <a:p>
          <a:endParaRPr lang="en-IN"/>
        </a:p>
      </dgm:t>
    </dgm:pt>
    <dgm:pt modelId="{00586BAA-5B92-453C-AE96-9F7688A5CD8F}">
      <dgm:prSet custT="1"/>
      <dgm:spPr/>
      <dgm:t>
        <a:bodyPr/>
        <a:lstStyle/>
        <a:p>
          <a:r>
            <a:rPr lang="en-US" sz="1200" dirty="0"/>
            <a:t>Administrative Staff: Manage student data</a:t>
          </a:r>
          <a:endParaRPr lang="en-IN" sz="1200" dirty="0"/>
        </a:p>
      </dgm:t>
    </dgm:pt>
    <dgm:pt modelId="{6539247C-1993-423B-9F54-C11E2BA8E398}" type="parTrans" cxnId="{59E00FE5-1759-4A5E-888E-8EC4628DA20E}">
      <dgm:prSet/>
      <dgm:spPr/>
      <dgm:t>
        <a:bodyPr/>
        <a:lstStyle/>
        <a:p>
          <a:endParaRPr lang="en-IN"/>
        </a:p>
      </dgm:t>
    </dgm:pt>
    <dgm:pt modelId="{21844C4F-B500-4642-B991-7D63E7ABA1D0}" type="sibTrans" cxnId="{59E00FE5-1759-4A5E-888E-8EC4628DA20E}">
      <dgm:prSet/>
      <dgm:spPr/>
      <dgm:t>
        <a:bodyPr/>
        <a:lstStyle/>
        <a:p>
          <a:endParaRPr lang="en-IN"/>
        </a:p>
      </dgm:t>
    </dgm:pt>
    <dgm:pt modelId="{35AA21C7-F8C4-45A9-A749-4D4B6639CC0C}">
      <dgm:prSet custT="1"/>
      <dgm:spPr/>
      <dgm:t>
        <a:bodyPr/>
        <a:lstStyle/>
        <a:p>
          <a:r>
            <a:rPr lang="en-US" sz="1200" dirty="0"/>
            <a:t>Academic Mentors: Monitor &amp; intervene with students</a:t>
          </a:r>
          <a:endParaRPr lang="en-IN" sz="1200" dirty="0"/>
        </a:p>
      </dgm:t>
    </dgm:pt>
    <dgm:pt modelId="{BD052B73-C095-4177-93B4-A2F59A93CE37}" type="parTrans" cxnId="{D1839F92-B030-4499-A1BE-D9929796CEEB}">
      <dgm:prSet/>
      <dgm:spPr/>
      <dgm:t>
        <a:bodyPr/>
        <a:lstStyle/>
        <a:p>
          <a:endParaRPr lang="en-IN"/>
        </a:p>
      </dgm:t>
    </dgm:pt>
    <dgm:pt modelId="{A351D00D-81B2-4D13-A864-D3C55DADBB62}" type="sibTrans" cxnId="{D1839F92-B030-4499-A1BE-D9929796CEEB}">
      <dgm:prSet/>
      <dgm:spPr/>
      <dgm:t>
        <a:bodyPr/>
        <a:lstStyle/>
        <a:p>
          <a:endParaRPr lang="en-IN"/>
        </a:p>
      </dgm:t>
    </dgm:pt>
    <dgm:pt modelId="{5736361A-8424-4904-94D0-C24E1E6ABD95}" type="pres">
      <dgm:prSet presAssocID="{0A5A6760-24C6-4C1B-8C23-43A7AB480148}" presName="linear" presStyleCnt="0">
        <dgm:presLayoutVars>
          <dgm:animLvl val="lvl"/>
          <dgm:resizeHandles val="exact"/>
        </dgm:presLayoutVars>
      </dgm:prSet>
      <dgm:spPr/>
    </dgm:pt>
    <dgm:pt modelId="{9A1B82A2-D821-4931-8FCD-099CFD4F7A50}" type="pres">
      <dgm:prSet presAssocID="{35AA21C7-F8C4-45A9-A749-4D4B6639CC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DAE85DB-F0AC-4CAC-AAF0-15CFACFB461E}" type="pres">
      <dgm:prSet presAssocID="{A351D00D-81B2-4D13-A864-D3C55DADBB62}" presName="spacer" presStyleCnt="0"/>
      <dgm:spPr/>
    </dgm:pt>
    <dgm:pt modelId="{6D977F36-4887-432B-892C-F2107D6F5D06}" type="pres">
      <dgm:prSet presAssocID="{E815646F-49C4-407B-A98A-C9458AE4E29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66A8638-0E82-453F-9FDF-C59FBE98DBAF}" type="pres">
      <dgm:prSet presAssocID="{A7CAA1BA-007A-448A-BC8A-D22007137674}" presName="spacer" presStyleCnt="0"/>
      <dgm:spPr/>
    </dgm:pt>
    <dgm:pt modelId="{5D4DE93D-B51B-4E40-9D90-FEA1CE2A0FB4}" type="pres">
      <dgm:prSet presAssocID="{2EDA7245-A75A-4387-8C58-BC3FA4DE372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6A79AB7-22C3-45DE-9CAD-110F8B079104}" type="pres">
      <dgm:prSet presAssocID="{23447E88-065E-48AE-9100-04A7A5F47267}" presName="spacer" presStyleCnt="0"/>
      <dgm:spPr/>
    </dgm:pt>
    <dgm:pt modelId="{C0DDF34A-792D-41E3-ACA7-FB0B13BA0929}" type="pres">
      <dgm:prSet presAssocID="{00586BAA-5B92-453C-AE96-9F7688A5CD8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1CF475C-A0FA-4861-AAF6-12E13238412F}" type="presOf" srcId="{E815646F-49C4-407B-A98A-C9458AE4E298}" destId="{6D977F36-4887-432B-892C-F2107D6F5D06}" srcOrd="0" destOrd="0" presId="urn:microsoft.com/office/officeart/2005/8/layout/vList2"/>
    <dgm:cxn modelId="{C3E4A453-579B-47A4-B230-F226F3227108}" srcId="{0A5A6760-24C6-4C1B-8C23-43A7AB480148}" destId="{2EDA7245-A75A-4387-8C58-BC3FA4DE3729}" srcOrd="2" destOrd="0" parTransId="{02DA75A5-6341-4FDF-ADC3-2552B73A97BB}" sibTransId="{23447E88-065E-48AE-9100-04A7A5F47267}"/>
    <dgm:cxn modelId="{3E142775-8804-46E1-A188-3BC82A052FD6}" type="presOf" srcId="{0A5A6760-24C6-4C1B-8C23-43A7AB480148}" destId="{5736361A-8424-4904-94D0-C24E1E6ABD95}" srcOrd="0" destOrd="0" presId="urn:microsoft.com/office/officeart/2005/8/layout/vList2"/>
    <dgm:cxn modelId="{88136E56-4169-4B79-A30C-6478B8CBF1B5}" srcId="{0A5A6760-24C6-4C1B-8C23-43A7AB480148}" destId="{E815646F-49C4-407B-A98A-C9458AE4E298}" srcOrd="1" destOrd="0" parTransId="{128A2826-13B3-4138-B4FD-3D460DAAA3EE}" sibTransId="{A7CAA1BA-007A-448A-BC8A-D22007137674}"/>
    <dgm:cxn modelId="{3E4BEA7B-9A69-4698-8EDF-685F2D7ACE9F}" type="presOf" srcId="{2EDA7245-A75A-4387-8C58-BC3FA4DE3729}" destId="{5D4DE93D-B51B-4E40-9D90-FEA1CE2A0FB4}" srcOrd="0" destOrd="0" presId="urn:microsoft.com/office/officeart/2005/8/layout/vList2"/>
    <dgm:cxn modelId="{D1839F92-B030-4499-A1BE-D9929796CEEB}" srcId="{0A5A6760-24C6-4C1B-8C23-43A7AB480148}" destId="{35AA21C7-F8C4-45A9-A749-4D4B6639CC0C}" srcOrd="0" destOrd="0" parTransId="{BD052B73-C095-4177-93B4-A2F59A93CE37}" sibTransId="{A351D00D-81B2-4D13-A864-D3C55DADBB62}"/>
    <dgm:cxn modelId="{8954F4B8-42CA-492C-94DA-69E28F531278}" type="presOf" srcId="{00586BAA-5B92-453C-AE96-9F7688A5CD8F}" destId="{C0DDF34A-792D-41E3-ACA7-FB0B13BA0929}" srcOrd="0" destOrd="0" presId="urn:microsoft.com/office/officeart/2005/8/layout/vList2"/>
    <dgm:cxn modelId="{59E00FE5-1759-4A5E-888E-8EC4628DA20E}" srcId="{0A5A6760-24C6-4C1B-8C23-43A7AB480148}" destId="{00586BAA-5B92-453C-AE96-9F7688A5CD8F}" srcOrd="3" destOrd="0" parTransId="{6539247C-1993-423B-9F54-C11E2BA8E398}" sibTransId="{21844C4F-B500-4642-B991-7D63E7ABA1D0}"/>
    <dgm:cxn modelId="{91F89AEC-BFC6-4275-9970-42860FCBB689}" type="presOf" srcId="{35AA21C7-F8C4-45A9-A749-4D4B6639CC0C}" destId="{9A1B82A2-D821-4931-8FCD-099CFD4F7A50}" srcOrd="0" destOrd="0" presId="urn:microsoft.com/office/officeart/2005/8/layout/vList2"/>
    <dgm:cxn modelId="{19788916-26DA-434B-90AC-35F9E592BBE7}" type="presParOf" srcId="{5736361A-8424-4904-94D0-C24E1E6ABD95}" destId="{9A1B82A2-D821-4931-8FCD-099CFD4F7A50}" srcOrd="0" destOrd="0" presId="urn:microsoft.com/office/officeart/2005/8/layout/vList2"/>
    <dgm:cxn modelId="{A8F7B432-E55E-478C-87A5-88C613D569A0}" type="presParOf" srcId="{5736361A-8424-4904-94D0-C24E1E6ABD95}" destId="{ADAE85DB-F0AC-4CAC-AAF0-15CFACFB461E}" srcOrd="1" destOrd="0" presId="urn:microsoft.com/office/officeart/2005/8/layout/vList2"/>
    <dgm:cxn modelId="{34493B74-A1C9-4E56-A2E2-15F90D7417D8}" type="presParOf" srcId="{5736361A-8424-4904-94D0-C24E1E6ABD95}" destId="{6D977F36-4887-432B-892C-F2107D6F5D06}" srcOrd="2" destOrd="0" presId="urn:microsoft.com/office/officeart/2005/8/layout/vList2"/>
    <dgm:cxn modelId="{624C5670-BCCD-4E20-B906-702B3B40E2F4}" type="presParOf" srcId="{5736361A-8424-4904-94D0-C24E1E6ABD95}" destId="{F66A8638-0E82-453F-9FDF-C59FBE98DBAF}" srcOrd="3" destOrd="0" presId="urn:microsoft.com/office/officeart/2005/8/layout/vList2"/>
    <dgm:cxn modelId="{D374C857-4E6B-4D1C-B127-A980A491894F}" type="presParOf" srcId="{5736361A-8424-4904-94D0-C24E1E6ABD95}" destId="{5D4DE93D-B51B-4E40-9D90-FEA1CE2A0FB4}" srcOrd="4" destOrd="0" presId="urn:microsoft.com/office/officeart/2005/8/layout/vList2"/>
    <dgm:cxn modelId="{A8E946B2-785A-41F1-A708-C692C2EEADDD}" type="presParOf" srcId="{5736361A-8424-4904-94D0-C24E1E6ABD95}" destId="{76A79AB7-22C3-45DE-9CAD-110F8B079104}" srcOrd="5" destOrd="0" presId="urn:microsoft.com/office/officeart/2005/8/layout/vList2"/>
    <dgm:cxn modelId="{9CDC6D98-CB9A-4CC2-BFC0-CF80DF2616D7}" type="presParOf" srcId="{5736361A-8424-4904-94D0-C24E1E6ABD95}" destId="{C0DDF34A-792D-41E3-ACA7-FB0B13BA092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B3278AC-E35B-4DEA-80FA-BF6A0C55DEC4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02D950E4-65EE-4E0D-9EAA-60EA1E6BF032}">
      <dgm:prSet custT="1"/>
      <dgm:spPr/>
      <dgm:t>
        <a:bodyPr/>
        <a:lstStyle/>
        <a:p>
          <a:r>
            <a:rPr lang="en-US" sz="1200" dirty="0"/>
            <a:t> Early detection of potential dropouts</a:t>
          </a:r>
          <a:endParaRPr lang="en-IN" sz="1200" dirty="0"/>
        </a:p>
      </dgm:t>
    </dgm:pt>
    <dgm:pt modelId="{0A1173B8-03F9-44F7-AF97-50F438738477}" type="parTrans" cxnId="{A6DC61AA-87C9-4C45-B99E-341D69FE54C7}">
      <dgm:prSet/>
      <dgm:spPr/>
      <dgm:t>
        <a:bodyPr/>
        <a:lstStyle/>
        <a:p>
          <a:endParaRPr lang="en-IN"/>
        </a:p>
      </dgm:t>
    </dgm:pt>
    <dgm:pt modelId="{1E93F91A-0EA2-4AA3-A791-E494F47195D7}" type="sibTrans" cxnId="{A6DC61AA-87C9-4C45-B99E-341D69FE54C7}">
      <dgm:prSet/>
      <dgm:spPr/>
      <dgm:t>
        <a:bodyPr/>
        <a:lstStyle/>
        <a:p>
          <a:endParaRPr lang="en-IN"/>
        </a:p>
      </dgm:t>
    </dgm:pt>
    <dgm:pt modelId="{E5DE7A1A-6B87-43F0-9A27-BB6C2F089266}">
      <dgm:prSet custT="1"/>
      <dgm:spPr/>
      <dgm:t>
        <a:bodyPr/>
        <a:lstStyle/>
        <a:p>
          <a:r>
            <a:rPr lang="en-US" sz="1200" dirty="0"/>
            <a:t> Personalized AI-driven mentoring</a:t>
          </a:r>
          <a:endParaRPr lang="en-IN" sz="1200" dirty="0"/>
        </a:p>
      </dgm:t>
    </dgm:pt>
    <dgm:pt modelId="{2B816DE8-19E8-49A9-BA6D-780F7E70252E}" type="parTrans" cxnId="{0508E155-1801-40F4-B7BB-69032AF39620}">
      <dgm:prSet/>
      <dgm:spPr/>
      <dgm:t>
        <a:bodyPr/>
        <a:lstStyle/>
        <a:p>
          <a:endParaRPr lang="en-IN"/>
        </a:p>
      </dgm:t>
    </dgm:pt>
    <dgm:pt modelId="{80A61DDC-37E6-4919-8A98-DD8FBD759309}" type="sibTrans" cxnId="{0508E155-1801-40F4-B7BB-69032AF39620}">
      <dgm:prSet/>
      <dgm:spPr/>
      <dgm:t>
        <a:bodyPr/>
        <a:lstStyle/>
        <a:p>
          <a:endParaRPr lang="en-IN"/>
        </a:p>
      </dgm:t>
    </dgm:pt>
    <dgm:pt modelId="{4C657B31-2AD8-4373-BBF3-4A904CE8D8C7}">
      <dgm:prSet custT="1"/>
      <dgm:spPr/>
      <dgm:t>
        <a:bodyPr/>
        <a:lstStyle/>
        <a:p>
          <a:r>
            <a:rPr lang="en-US" sz="1200" dirty="0"/>
            <a:t>Better student engagement &amp; support</a:t>
          </a:r>
          <a:endParaRPr lang="en-IN" sz="1200" dirty="0"/>
        </a:p>
      </dgm:t>
    </dgm:pt>
    <dgm:pt modelId="{C67930BB-4101-459F-91E3-16D49E0ED9C3}" type="parTrans" cxnId="{89F2E89C-FF2E-4A97-8FB4-648AF1813A47}">
      <dgm:prSet/>
      <dgm:spPr/>
      <dgm:t>
        <a:bodyPr/>
        <a:lstStyle/>
        <a:p>
          <a:endParaRPr lang="en-IN"/>
        </a:p>
      </dgm:t>
    </dgm:pt>
    <dgm:pt modelId="{D82338E8-0F5B-4BED-A780-20DA695FD224}" type="sibTrans" cxnId="{89F2E89C-FF2E-4A97-8FB4-648AF1813A47}">
      <dgm:prSet/>
      <dgm:spPr/>
      <dgm:t>
        <a:bodyPr/>
        <a:lstStyle/>
        <a:p>
          <a:endParaRPr lang="en-IN"/>
        </a:p>
      </dgm:t>
    </dgm:pt>
    <dgm:pt modelId="{8B42EF3D-D315-4F1B-B243-5A2360157769}">
      <dgm:prSet custT="1"/>
      <dgm:spPr/>
      <dgm:t>
        <a:bodyPr/>
        <a:lstStyle/>
        <a:p>
          <a:r>
            <a:rPr lang="en-US" sz="1200" dirty="0"/>
            <a:t> Data-driven decision making for institutions</a:t>
          </a:r>
          <a:endParaRPr lang="en-IN" sz="1200" dirty="0"/>
        </a:p>
      </dgm:t>
    </dgm:pt>
    <dgm:pt modelId="{1F28AD2C-E6FC-4D6E-98A1-A8841286F017}" type="parTrans" cxnId="{5658CB74-5F24-4E3A-8C3B-496BFC5FC30E}">
      <dgm:prSet/>
      <dgm:spPr/>
      <dgm:t>
        <a:bodyPr/>
        <a:lstStyle/>
        <a:p>
          <a:endParaRPr lang="en-IN"/>
        </a:p>
      </dgm:t>
    </dgm:pt>
    <dgm:pt modelId="{2051E3AE-383A-4791-AE31-C33F994FC95E}" type="sibTrans" cxnId="{5658CB74-5F24-4E3A-8C3B-496BFC5FC30E}">
      <dgm:prSet/>
      <dgm:spPr/>
      <dgm:t>
        <a:bodyPr/>
        <a:lstStyle/>
        <a:p>
          <a:endParaRPr lang="en-IN"/>
        </a:p>
      </dgm:t>
    </dgm:pt>
    <dgm:pt modelId="{CB5D8662-FAAA-4D73-B69B-334925C0B61A}" type="pres">
      <dgm:prSet presAssocID="{8B3278AC-E35B-4DEA-80FA-BF6A0C55DEC4}" presName="linear" presStyleCnt="0">
        <dgm:presLayoutVars>
          <dgm:animLvl val="lvl"/>
          <dgm:resizeHandles val="exact"/>
        </dgm:presLayoutVars>
      </dgm:prSet>
      <dgm:spPr/>
    </dgm:pt>
    <dgm:pt modelId="{52AD8F33-3991-4186-ACEE-75D4F61FB0BF}" type="pres">
      <dgm:prSet presAssocID="{02D950E4-65EE-4E0D-9EAA-60EA1E6BF03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C5AD702-7D9D-4ACB-9410-6B4DE45A26F5}" type="pres">
      <dgm:prSet presAssocID="{1E93F91A-0EA2-4AA3-A791-E494F47195D7}" presName="spacer" presStyleCnt="0"/>
      <dgm:spPr/>
    </dgm:pt>
    <dgm:pt modelId="{4CDBB62B-0539-4A56-9553-FDDC496E6437}" type="pres">
      <dgm:prSet presAssocID="{E5DE7A1A-6B87-43F0-9A27-BB6C2F08926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1AF15F0-0736-4D13-9B1C-3625D41B516E}" type="pres">
      <dgm:prSet presAssocID="{80A61DDC-37E6-4919-8A98-DD8FBD759309}" presName="spacer" presStyleCnt="0"/>
      <dgm:spPr/>
    </dgm:pt>
    <dgm:pt modelId="{EB75303E-498D-4804-88CD-F2A901D622C4}" type="pres">
      <dgm:prSet presAssocID="{4C657B31-2AD8-4373-BBF3-4A904CE8D8C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890988A-4160-4737-9B09-8509136F7DCB}" type="pres">
      <dgm:prSet presAssocID="{D82338E8-0F5B-4BED-A780-20DA695FD224}" presName="spacer" presStyleCnt="0"/>
      <dgm:spPr/>
    </dgm:pt>
    <dgm:pt modelId="{63A9C949-1B7C-455F-BCA3-01ADB67EF220}" type="pres">
      <dgm:prSet presAssocID="{8B42EF3D-D315-4F1B-B243-5A236015776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B62706E-4959-41F0-A33F-2548EE44513D}" type="presOf" srcId="{8B42EF3D-D315-4F1B-B243-5A2360157769}" destId="{63A9C949-1B7C-455F-BCA3-01ADB67EF220}" srcOrd="0" destOrd="0" presId="urn:microsoft.com/office/officeart/2005/8/layout/vList2"/>
    <dgm:cxn modelId="{5658CB74-5F24-4E3A-8C3B-496BFC5FC30E}" srcId="{8B3278AC-E35B-4DEA-80FA-BF6A0C55DEC4}" destId="{8B42EF3D-D315-4F1B-B243-5A2360157769}" srcOrd="3" destOrd="0" parTransId="{1F28AD2C-E6FC-4D6E-98A1-A8841286F017}" sibTransId="{2051E3AE-383A-4791-AE31-C33F994FC95E}"/>
    <dgm:cxn modelId="{0508E155-1801-40F4-B7BB-69032AF39620}" srcId="{8B3278AC-E35B-4DEA-80FA-BF6A0C55DEC4}" destId="{E5DE7A1A-6B87-43F0-9A27-BB6C2F089266}" srcOrd="1" destOrd="0" parTransId="{2B816DE8-19E8-49A9-BA6D-780F7E70252E}" sibTransId="{80A61DDC-37E6-4919-8A98-DD8FBD759309}"/>
    <dgm:cxn modelId="{89F2E89C-FF2E-4A97-8FB4-648AF1813A47}" srcId="{8B3278AC-E35B-4DEA-80FA-BF6A0C55DEC4}" destId="{4C657B31-2AD8-4373-BBF3-4A904CE8D8C7}" srcOrd="2" destOrd="0" parTransId="{C67930BB-4101-459F-91E3-16D49E0ED9C3}" sibTransId="{D82338E8-0F5B-4BED-A780-20DA695FD224}"/>
    <dgm:cxn modelId="{A6DC61AA-87C9-4C45-B99E-341D69FE54C7}" srcId="{8B3278AC-E35B-4DEA-80FA-BF6A0C55DEC4}" destId="{02D950E4-65EE-4E0D-9EAA-60EA1E6BF032}" srcOrd="0" destOrd="0" parTransId="{0A1173B8-03F9-44F7-AF97-50F438738477}" sibTransId="{1E93F91A-0EA2-4AA3-A791-E494F47195D7}"/>
    <dgm:cxn modelId="{F5D602BE-4E5A-4F79-8061-4F0EA546E5EE}" type="presOf" srcId="{4C657B31-2AD8-4373-BBF3-4A904CE8D8C7}" destId="{EB75303E-498D-4804-88CD-F2A901D622C4}" srcOrd="0" destOrd="0" presId="urn:microsoft.com/office/officeart/2005/8/layout/vList2"/>
    <dgm:cxn modelId="{3E0729C0-A820-446A-9F9D-14FF9CA46B53}" type="presOf" srcId="{8B3278AC-E35B-4DEA-80FA-BF6A0C55DEC4}" destId="{CB5D8662-FAAA-4D73-B69B-334925C0B61A}" srcOrd="0" destOrd="0" presId="urn:microsoft.com/office/officeart/2005/8/layout/vList2"/>
    <dgm:cxn modelId="{6E2090C8-E8D1-41CB-908B-48CC5432D76F}" type="presOf" srcId="{E5DE7A1A-6B87-43F0-9A27-BB6C2F089266}" destId="{4CDBB62B-0539-4A56-9553-FDDC496E6437}" srcOrd="0" destOrd="0" presId="urn:microsoft.com/office/officeart/2005/8/layout/vList2"/>
    <dgm:cxn modelId="{2920D9D0-76AE-44C6-BB29-A591D38AFB1D}" type="presOf" srcId="{02D950E4-65EE-4E0D-9EAA-60EA1E6BF032}" destId="{52AD8F33-3991-4186-ACEE-75D4F61FB0BF}" srcOrd="0" destOrd="0" presId="urn:microsoft.com/office/officeart/2005/8/layout/vList2"/>
    <dgm:cxn modelId="{E976FEAE-732B-4A85-80D9-994C50E2403D}" type="presParOf" srcId="{CB5D8662-FAAA-4D73-B69B-334925C0B61A}" destId="{52AD8F33-3991-4186-ACEE-75D4F61FB0BF}" srcOrd="0" destOrd="0" presId="urn:microsoft.com/office/officeart/2005/8/layout/vList2"/>
    <dgm:cxn modelId="{D11E5ACB-FE7E-4A3E-8037-7619DC5985FF}" type="presParOf" srcId="{CB5D8662-FAAA-4D73-B69B-334925C0B61A}" destId="{3C5AD702-7D9D-4ACB-9410-6B4DE45A26F5}" srcOrd="1" destOrd="0" presId="urn:microsoft.com/office/officeart/2005/8/layout/vList2"/>
    <dgm:cxn modelId="{E1581B3F-7235-445F-B670-893DE30FF329}" type="presParOf" srcId="{CB5D8662-FAAA-4D73-B69B-334925C0B61A}" destId="{4CDBB62B-0539-4A56-9553-FDDC496E6437}" srcOrd="2" destOrd="0" presId="urn:microsoft.com/office/officeart/2005/8/layout/vList2"/>
    <dgm:cxn modelId="{E9AC1B64-C8C1-4C3C-B255-92B7D4D35102}" type="presParOf" srcId="{CB5D8662-FAAA-4D73-B69B-334925C0B61A}" destId="{41AF15F0-0736-4D13-9B1C-3625D41B516E}" srcOrd="3" destOrd="0" presId="urn:microsoft.com/office/officeart/2005/8/layout/vList2"/>
    <dgm:cxn modelId="{7E2BDBA6-ABE1-409B-AC0F-B288D4CA6FFA}" type="presParOf" srcId="{CB5D8662-FAAA-4D73-B69B-334925C0B61A}" destId="{EB75303E-498D-4804-88CD-F2A901D622C4}" srcOrd="4" destOrd="0" presId="urn:microsoft.com/office/officeart/2005/8/layout/vList2"/>
    <dgm:cxn modelId="{2032E50A-72F8-42F0-BD5D-81DFF4608635}" type="presParOf" srcId="{CB5D8662-FAAA-4D73-B69B-334925C0B61A}" destId="{D890988A-4160-4737-9B09-8509136F7DCB}" srcOrd="5" destOrd="0" presId="urn:microsoft.com/office/officeart/2005/8/layout/vList2"/>
    <dgm:cxn modelId="{A5666BFE-7D38-47A9-B27A-D570C01071B3}" type="presParOf" srcId="{CB5D8662-FAAA-4D73-B69B-334925C0B61A}" destId="{63A9C949-1B7C-455F-BCA3-01ADB67EF2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DC09585-2B34-407F-A297-01A8D6258890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3D414A9F-D721-42AF-8D7C-F82230E15B67}">
      <dgm:prSet custT="1"/>
      <dgm:spPr/>
      <dgm:t>
        <a:bodyPr/>
        <a:lstStyle/>
        <a:p>
          <a:r>
            <a:rPr lang="en-US" sz="1200" dirty="0"/>
            <a:t>The Student Dropout Prediction Dashboard combines AI, data visualization, and risk analytics to proactively identify at-risk students and provide timely interventions. It empowers institutions to reduce dropout rates and improve student success</a:t>
          </a:r>
          <a:endParaRPr lang="en-IN" sz="1200" dirty="0"/>
        </a:p>
      </dgm:t>
    </dgm:pt>
    <dgm:pt modelId="{C8B06E01-B05D-4AB2-A54A-C28BD59BAED7}" type="parTrans" cxnId="{47FA30DD-AC1C-48E8-834D-4B645C5CE6BD}">
      <dgm:prSet/>
      <dgm:spPr/>
      <dgm:t>
        <a:bodyPr/>
        <a:lstStyle/>
        <a:p>
          <a:endParaRPr lang="en-IN"/>
        </a:p>
      </dgm:t>
    </dgm:pt>
    <dgm:pt modelId="{0A34A7F6-2631-456B-B42D-351687E22B62}" type="sibTrans" cxnId="{47FA30DD-AC1C-48E8-834D-4B645C5CE6BD}">
      <dgm:prSet/>
      <dgm:spPr/>
      <dgm:t>
        <a:bodyPr/>
        <a:lstStyle/>
        <a:p>
          <a:endParaRPr lang="en-IN"/>
        </a:p>
      </dgm:t>
    </dgm:pt>
    <dgm:pt modelId="{018B67A0-F4A5-42F3-854A-F3EFF19A76F2}" type="pres">
      <dgm:prSet presAssocID="{4DC09585-2B34-407F-A297-01A8D6258890}" presName="linear" presStyleCnt="0">
        <dgm:presLayoutVars>
          <dgm:animLvl val="lvl"/>
          <dgm:resizeHandles val="exact"/>
        </dgm:presLayoutVars>
      </dgm:prSet>
      <dgm:spPr/>
    </dgm:pt>
    <dgm:pt modelId="{F3006271-598C-4C0B-B7F5-C250819A58F4}" type="pres">
      <dgm:prSet presAssocID="{3D414A9F-D721-42AF-8D7C-F82230E15B67}" presName="parentText" presStyleLbl="node1" presStyleIdx="0" presStyleCnt="1" custLinFactNeighborX="2626" custLinFactNeighborY="1180">
        <dgm:presLayoutVars>
          <dgm:chMax val="0"/>
          <dgm:bulletEnabled val="1"/>
        </dgm:presLayoutVars>
      </dgm:prSet>
      <dgm:spPr/>
    </dgm:pt>
  </dgm:ptLst>
  <dgm:cxnLst>
    <dgm:cxn modelId="{65C8BB24-8F64-439F-8C91-F82E4FF9F233}" type="presOf" srcId="{4DC09585-2B34-407F-A297-01A8D6258890}" destId="{018B67A0-F4A5-42F3-854A-F3EFF19A76F2}" srcOrd="0" destOrd="0" presId="urn:microsoft.com/office/officeart/2005/8/layout/vList2"/>
    <dgm:cxn modelId="{743D0E4D-9691-4A01-A075-01D44BCAC3AD}" type="presOf" srcId="{3D414A9F-D721-42AF-8D7C-F82230E15B67}" destId="{F3006271-598C-4C0B-B7F5-C250819A58F4}" srcOrd="0" destOrd="0" presId="urn:microsoft.com/office/officeart/2005/8/layout/vList2"/>
    <dgm:cxn modelId="{47FA30DD-AC1C-48E8-834D-4B645C5CE6BD}" srcId="{4DC09585-2B34-407F-A297-01A8D6258890}" destId="{3D414A9F-D721-42AF-8D7C-F82230E15B67}" srcOrd="0" destOrd="0" parTransId="{C8B06E01-B05D-4AB2-A54A-C28BD59BAED7}" sibTransId="{0A34A7F6-2631-456B-B42D-351687E22B62}"/>
    <dgm:cxn modelId="{84CDC79E-AEBA-423B-8385-0DA203223FDE}" type="presParOf" srcId="{018B67A0-F4A5-42F3-854A-F3EFF19A76F2}" destId="{F3006271-598C-4C0B-B7F5-C250819A58F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516F573-6FF0-4752-84F5-E314A8E662B0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ABF12F78-ACCA-4C87-9F0E-F122E4FC9644}">
      <dgm:prSet custT="1"/>
      <dgm:spPr/>
      <dgm:t>
        <a:bodyPr anchor="ctr"/>
        <a:lstStyle/>
        <a:p>
          <a:pPr algn="ctr"/>
          <a:endParaRPr lang="en-US" sz="1600" dirty="0"/>
        </a:p>
        <a:p>
          <a:pPr algn="ctr"/>
          <a:r>
            <a:rPr lang="en-US" sz="1600" dirty="0"/>
            <a:t>Research papers, articles, websites related to AI in education</a:t>
          </a:r>
          <a:br>
            <a:rPr lang="en-US" sz="1600" b="1" dirty="0"/>
          </a:br>
          <a:br>
            <a:rPr lang="en-US" sz="1600" b="1" dirty="0"/>
          </a:br>
          <a:endParaRPr lang="en-IN" sz="1600" dirty="0"/>
        </a:p>
      </dgm:t>
    </dgm:pt>
    <dgm:pt modelId="{D17B82DD-73EE-4894-9C7E-9E6604A5951A}" type="parTrans" cxnId="{D38D0F9A-41E1-4E3A-8DA0-97155FD78644}">
      <dgm:prSet/>
      <dgm:spPr/>
      <dgm:t>
        <a:bodyPr/>
        <a:lstStyle/>
        <a:p>
          <a:endParaRPr lang="en-IN"/>
        </a:p>
      </dgm:t>
    </dgm:pt>
    <dgm:pt modelId="{195C6EDA-7DA7-4C1B-9C76-5D02D4690631}" type="sibTrans" cxnId="{D38D0F9A-41E1-4E3A-8DA0-97155FD78644}">
      <dgm:prSet/>
      <dgm:spPr/>
      <dgm:t>
        <a:bodyPr/>
        <a:lstStyle/>
        <a:p>
          <a:endParaRPr lang="en-IN"/>
        </a:p>
      </dgm:t>
    </dgm:pt>
    <dgm:pt modelId="{11FC0DC2-70CB-4D00-B2B2-B2A72B396D2D}" type="pres">
      <dgm:prSet presAssocID="{6516F573-6FF0-4752-84F5-E314A8E662B0}" presName="linear" presStyleCnt="0">
        <dgm:presLayoutVars>
          <dgm:animLvl val="lvl"/>
          <dgm:resizeHandles val="exact"/>
        </dgm:presLayoutVars>
      </dgm:prSet>
      <dgm:spPr/>
    </dgm:pt>
    <dgm:pt modelId="{7BB0C21F-4374-43CF-9B4D-070751562EEF}" type="pres">
      <dgm:prSet presAssocID="{ABF12F78-ACCA-4C87-9F0E-F122E4FC9644}" presName="parentText" presStyleLbl="node1" presStyleIdx="0" presStyleCnt="1" custScaleX="90870" custScaleY="101624">
        <dgm:presLayoutVars>
          <dgm:chMax val="0"/>
          <dgm:bulletEnabled val="1"/>
        </dgm:presLayoutVars>
      </dgm:prSet>
      <dgm:spPr/>
    </dgm:pt>
  </dgm:ptLst>
  <dgm:cxnLst>
    <dgm:cxn modelId="{4E124758-ACFC-42F1-BB94-28904ADB0ED9}" type="presOf" srcId="{6516F573-6FF0-4752-84F5-E314A8E662B0}" destId="{11FC0DC2-70CB-4D00-B2B2-B2A72B396D2D}" srcOrd="0" destOrd="0" presId="urn:microsoft.com/office/officeart/2005/8/layout/vList2"/>
    <dgm:cxn modelId="{BA313087-1903-4379-AD8F-0EEFCA188BC0}" type="presOf" srcId="{ABF12F78-ACCA-4C87-9F0E-F122E4FC9644}" destId="{7BB0C21F-4374-43CF-9B4D-070751562EEF}" srcOrd="0" destOrd="0" presId="urn:microsoft.com/office/officeart/2005/8/layout/vList2"/>
    <dgm:cxn modelId="{D38D0F9A-41E1-4E3A-8DA0-97155FD78644}" srcId="{6516F573-6FF0-4752-84F5-E314A8E662B0}" destId="{ABF12F78-ACCA-4C87-9F0E-F122E4FC9644}" srcOrd="0" destOrd="0" parTransId="{D17B82DD-73EE-4894-9C7E-9E6604A5951A}" sibTransId="{195C6EDA-7DA7-4C1B-9C76-5D02D4690631}"/>
    <dgm:cxn modelId="{67FF5826-10B3-486F-9DC5-6BD32297B08E}" type="presParOf" srcId="{11FC0DC2-70CB-4D00-B2B2-B2A72B396D2D}" destId="{7BB0C21F-4374-43CF-9B4D-070751562EE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2EE9BCA-F514-43C2-B4D2-4846CD83ACC0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97DF3B1-96F5-4897-85E6-FE4BA86C6DFF}">
      <dgm:prSet custT="1"/>
      <dgm:spPr/>
      <dgm:t>
        <a:bodyPr/>
        <a:lstStyle/>
        <a:p>
          <a:r>
            <a:rPr lang="en-IN" sz="1600" dirty="0"/>
            <a:t>• Interactive Dashboard: Overview &amp; student-level insights</a:t>
          </a:r>
        </a:p>
      </dgm:t>
    </dgm:pt>
    <dgm:pt modelId="{8EEAC0F0-A7A2-4963-A189-213115F48CCE}" type="parTrans" cxnId="{B3D31FDF-5CF6-4FE7-A63A-44F5F4A73834}">
      <dgm:prSet/>
      <dgm:spPr/>
      <dgm:t>
        <a:bodyPr/>
        <a:lstStyle/>
        <a:p>
          <a:endParaRPr lang="en-IN"/>
        </a:p>
      </dgm:t>
    </dgm:pt>
    <dgm:pt modelId="{57CAA3A5-1D2F-4769-B841-E61244E303B2}" type="sibTrans" cxnId="{B3D31FDF-5CF6-4FE7-A63A-44F5F4A73834}">
      <dgm:prSet/>
      <dgm:spPr/>
      <dgm:t>
        <a:bodyPr/>
        <a:lstStyle/>
        <a:p>
          <a:endParaRPr lang="en-IN"/>
        </a:p>
      </dgm:t>
    </dgm:pt>
    <dgm:pt modelId="{E2CECD60-8E4E-4A6D-BB7D-ACEA556D9577}">
      <dgm:prSet custT="1"/>
      <dgm:spPr/>
      <dgm:t>
        <a:bodyPr/>
        <a:lstStyle/>
        <a:p>
          <a:r>
            <a:rPr lang="en-IN" sz="1600" dirty="0"/>
            <a:t>• Risk Engine: Configurable thresholds &amp; AI-assisted interventions</a:t>
          </a:r>
        </a:p>
      </dgm:t>
    </dgm:pt>
    <dgm:pt modelId="{4BEF01B7-557C-4D7A-B2EB-5B6C13F7F831}" type="parTrans" cxnId="{3F574F70-EF94-4BD8-9F9A-9BB8C1EFCF4B}">
      <dgm:prSet/>
      <dgm:spPr/>
      <dgm:t>
        <a:bodyPr/>
        <a:lstStyle/>
        <a:p>
          <a:endParaRPr lang="en-IN"/>
        </a:p>
      </dgm:t>
    </dgm:pt>
    <dgm:pt modelId="{E91A33B3-B96F-47AA-A770-1B8F9D9689BE}" type="sibTrans" cxnId="{3F574F70-EF94-4BD8-9F9A-9BB8C1EFCF4B}">
      <dgm:prSet/>
      <dgm:spPr/>
      <dgm:t>
        <a:bodyPr/>
        <a:lstStyle/>
        <a:p>
          <a:endParaRPr lang="en-IN"/>
        </a:p>
      </dgm:t>
    </dgm:pt>
    <dgm:pt modelId="{8DC2579B-020C-4CE8-8541-B694E35C191E}">
      <dgm:prSet custT="1"/>
      <dgm:spPr/>
      <dgm:t>
        <a:bodyPr/>
        <a:lstStyle/>
        <a:p>
          <a:r>
            <a:rPr lang="en-IN" sz="1600" dirty="0"/>
            <a:t>• Data Management: Manual entry &amp; bulk import</a:t>
          </a:r>
        </a:p>
      </dgm:t>
    </dgm:pt>
    <dgm:pt modelId="{3316A0C9-E18B-4220-9F3A-06952B9EDBEB}" type="parTrans" cxnId="{D14391F0-51E2-4DE2-8DB8-D5116F896A7D}">
      <dgm:prSet/>
      <dgm:spPr/>
      <dgm:t>
        <a:bodyPr/>
        <a:lstStyle/>
        <a:p>
          <a:endParaRPr lang="en-IN"/>
        </a:p>
      </dgm:t>
    </dgm:pt>
    <dgm:pt modelId="{FAAB74E2-72D6-4668-9A5D-A156A9C5273A}" type="sibTrans" cxnId="{D14391F0-51E2-4DE2-8DB8-D5116F896A7D}">
      <dgm:prSet/>
      <dgm:spPr/>
      <dgm:t>
        <a:bodyPr/>
        <a:lstStyle/>
        <a:p>
          <a:endParaRPr lang="en-IN"/>
        </a:p>
      </dgm:t>
    </dgm:pt>
    <dgm:pt modelId="{82A5C126-0F21-4782-B63C-FC11C341BAE6}">
      <dgm:prSet custT="1"/>
      <dgm:spPr/>
      <dgm:t>
        <a:bodyPr/>
        <a:lstStyle/>
        <a:p>
          <a:r>
            <a:rPr lang="en-IN" sz="1600" dirty="0"/>
            <a:t>• Visually Engaging: Animations, charts, radar plots</a:t>
          </a:r>
        </a:p>
      </dgm:t>
    </dgm:pt>
    <dgm:pt modelId="{2B65AE31-2D1F-4AC8-B73B-3ACE734E1767}" type="parTrans" cxnId="{77F258C4-14D7-496B-9A25-40754DBB0B10}">
      <dgm:prSet/>
      <dgm:spPr/>
      <dgm:t>
        <a:bodyPr/>
        <a:lstStyle/>
        <a:p>
          <a:endParaRPr lang="en-IN"/>
        </a:p>
      </dgm:t>
    </dgm:pt>
    <dgm:pt modelId="{B69ABEEF-055C-411D-A759-5268827348DF}" type="sibTrans" cxnId="{77F258C4-14D7-496B-9A25-40754DBB0B10}">
      <dgm:prSet/>
      <dgm:spPr/>
      <dgm:t>
        <a:bodyPr/>
        <a:lstStyle/>
        <a:p>
          <a:endParaRPr lang="en-IN"/>
        </a:p>
      </dgm:t>
    </dgm:pt>
    <dgm:pt modelId="{8A9DE2A7-94D6-4749-8016-AE9B91956CDC}" type="pres">
      <dgm:prSet presAssocID="{72EE9BCA-F514-43C2-B4D2-4846CD83ACC0}" presName="linear" presStyleCnt="0">
        <dgm:presLayoutVars>
          <dgm:animLvl val="lvl"/>
          <dgm:resizeHandles val="exact"/>
        </dgm:presLayoutVars>
      </dgm:prSet>
      <dgm:spPr/>
    </dgm:pt>
    <dgm:pt modelId="{1EC86739-5464-4B99-84BB-9C05F33CEF7B}" type="pres">
      <dgm:prSet presAssocID="{197DF3B1-96F5-4897-85E6-FE4BA86C6DF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26E7A3F-5EE4-400A-ABED-66DED4B04293}" type="pres">
      <dgm:prSet presAssocID="{57CAA3A5-1D2F-4769-B841-E61244E303B2}" presName="spacer" presStyleCnt="0"/>
      <dgm:spPr/>
    </dgm:pt>
    <dgm:pt modelId="{3EBE86FD-08FC-40D3-91ED-291FBF93DEDD}" type="pres">
      <dgm:prSet presAssocID="{E2CECD60-8E4E-4A6D-BB7D-ACEA556D957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00CF25C-65DB-4DD5-9C7A-808827F9E7A1}" type="pres">
      <dgm:prSet presAssocID="{E91A33B3-B96F-47AA-A770-1B8F9D9689BE}" presName="spacer" presStyleCnt="0"/>
      <dgm:spPr/>
    </dgm:pt>
    <dgm:pt modelId="{7FCD1998-8D01-413E-97CA-7B0C30BE0D4E}" type="pres">
      <dgm:prSet presAssocID="{8DC2579B-020C-4CE8-8541-B694E35C19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024B0D5-4353-4A08-8C71-530612010551}" type="pres">
      <dgm:prSet presAssocID="{FAAB74E2-72D6-4668-9A5D-A156A9C5273A}" presName="spacer" presStyleCnt="0"/>
      <dgm:spPr/>
    </dgm:pt>
    <dgm:pt modelId="{E5A9C2F8-84EB-45BE-B7CE-53EC32A4EA3D}" type="pres">
      <dgm:prSet presAssocID="{82A5C126-0F21-4782-B63C-FC11C341BAE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56E3616-6FF6-417C-80F9-59511E2D3AF7}" type="presOf" srcId="{197DF3B1-96F5-4897-85E6-FE4BA86C6DFF}" destId="{1EC86739-5464-4B99-84BB-9C05F33CEF7B}" srcOrd="0" destOrd="0" presId="urn:microsoft.com/office/officeart/2005/8/layout/vList2"/>
    <dgm:cxn modelId="{8B230836-EA84-4791-A5D6-C1082F538531}" type="presOf" srcId="{E2CECD60-8E4E-4A6D-BB7D-ACEA556D9577}" destId="{3EBE86FD-08FC-40D3-91ED-291FBF93DEDD}" srcOrd="0" destOrd="0" presId="urn:microsoft.com/office/officeart/2005/8/layout/vList2"/>
    <dgm:cxn modelId="{A33AAF3E-C921-447F-BD96-B1234AB20AD0}" type="presOf" srcId="{72EE9BCA-F514-43C2-B4D2-4846CD83ACC0}" destId="{8A9DE2A7-94D6-4749-8016-AE9B91956CDC}" srcOrd="0" destOrd="0" presId="urn:microsoft.com/office/officeart/2005/8/layout/vList2"/>
    <dgm:cxn modelId="{3F574F70-EF94-4BD8-9F9A-9BB8C1EFCF4B}" srcId="{72EE9BCA-F514-43C2-B4D2-4846CD83ACC0}" destId="{E2CECD60-8E4E-4A6D-BB7D-ACEA556D9577}" srcOrd="1" destOrd="0" parTransId="{4BEF01B7-557C-4D7A-B2EB-5B6C13F7F831}" sibTransId="{E91A33B3-B96F-47AA-A770-1B8F9D9689BE}"/>
    <dgm:cxn modelId="{41FA7259-4FC2-46B0-AD0A-11557E788785}" type="presOf" srcId="{8DC2579B-020C-4CE8-8541-B694E35C191E}" destId="{7FCD1998-8D01-413E-97CA-7B0C30BE0D4E}" srcOrd="0" destOrd="0" presId="urn:microsoft.com/office/officeart/2005/8/layout/vList2"/>
    <dgm:cxn modelId="{77F258C4-14D7-496B-9A25-40754DBB0B10}" srcId="{72EE9BCA-F514-43C2-B4D2-4846CD83ACC0}" destId="{82A5C126-0F21-4782-B63C-FC11C341BAE6}" srcOrd="3" destOrd="0" parTransId="{2B65AE31-2D1F-4AC8-B73B-3ACE734E1767}" sibTransId="{B69ABEEF-055C-411D-A759-5268827348DF}"/>
    <dgm:cxn modelId="{B3D31FDF-5CF6-4FE7-A63A-44F5F4A73834}" srcId="{72EE9BCA-F514-43C2-B4D2-4846CD83ACC0}" destId="{197DF3B1-96F5-4897-85E6-FE4BA86C6DFF}" srcOrd="0" destOrd="0" parTransId="{8EEAC0F0-A7A2-4963-A189-213115F48CCE}" sibTransId="{57CAA3A5-1D2F-4769-B841-E61244E303B2}"/>
    <dgm:cxn modelId="{2B683DE6-7136-40FD-ADE4-C94FCC006B1F}" type="presOf" srcId="{82A5C126-0F21-4782-B63C-FC11C341BAE6}" destId="{E5A9C2F8-84EB-45BE-B7CE-53EC32A4EA3D}" srcOrd="0" destOrd="0" presId="urn:microsoft.com/office/officeart/2005/8/layout/vList2"/>
    <dgm:cxn modelId="{D14391F0-51E2-4DE2-8DB8-D5116F896A7D}" srcId="{72EE9BCA-F514-43C2-B4D2-4846CD83ACC0}" destId="{8DC2579B-020C-4CE8-8541-B694E35C191E}" srcOrd="2" destOrd="0" parTransId="{3316A0C9-E18B-4220-9F3A-06952B9EDBEB}" sibTransId="{FAAB74E2-72D6-4668-9A5D-A156A9C5273A}"/>
    <dgm:cxn modelId="{80ED119A-016A-4AEA-B15B-26DEF732F395}" type="presParOf" srcId="{8A9DE2A7-94D6-4749-8016-AE9B91956CDC}" destId="{1EC86739-5464-4B99-84BB-9C05F33CEF7B}" srcOrd="0" destOrd="0" presId="urn:microsoft.com/office/officeart/2005/8/layout/vList2"/>
    <dgm:cxn modelId="{A0532DD7-5887-46C5-9156-F852BB2F6DFC}" type="presParOf" srcId="{8A9DE2A7-94D6-4749-8016-AE9B91956CDC}" destId="{226E7A3F-5EE4-400A-ABED-66DED4B04293}" srcOrd="1" destOrd="0" presId="urn:microsoft.com/office/officeart/2005/8/layout/vList2"/>
    <dgm:cxn modelId="{B4476EF2-AB2F-47CC-A851-D89A4FDFA27C}" type="presParOf" srcId="{8A9DE2A7-94D6-4749-8016-AE9B91956CDC}" destId="{3EBE86FD-08FC-40D3-91ED-291FBF93DEDD}" srcOrd="2" destOrd="0" presId="urn:microsoft.com/office/officeart/2005/8/layout/vList2"/>
    <dgm:cxn modelId="{89903CF4-6C6F-42D4-9E78-C62C71A42731}" type="presParOf" srcId="{8A9DE2A7-94D6-4749-8016-AE9B91956CDC}" destId="{500CF25C-65DB-4DD5-9C7A-808827F9E7A1}" srcOrd="3" destOrd="0" presId="urn:microsoft.com/office/officeart/2005/8/layout/vList2"/>
    <dgm:cxn modelId="{5834BFC0-AA20-4C03-B95E-357E82D9BEB8}" type="presParOf" srcId="{8A9DE2A7-94D6-4749-8016-AE9B91956CDC}" destId="{7FCD1998-8D01-413E-97CA-7B0C30BE0D4E}" srcOrd="4" destOrd="0" presId="urn:microsoft.com/office/officeart/2005/8/layout/vList2"/>
    <dgm:cxn modelId="{A0E00AF3-4367-4CBC-9D4C-4EBE775EF878}" type="presParOf" srcId="{8A9DE2A7-94D6-4749-8016-AE9B91956CDC}" destId="{5024B0D5-4353-4A08-8C71-530612010551}" srcOrd="5" destOrd="0" presId="urn:microsoft.com/office/officeart/2005/8/layout/vList2"/>
    <dgm:cxn modelId="{742824F4-1BC3-4AD5-BCC2-56968D89767F}" type="presParOf" srcId="{8A9DE2A7-94D6-4749-8016-AE9B91956CDC}" destId="{E5A9C2F8-84EB-45BE-B7CE-53EC32A4EA3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346BF1-BF69-4354-8C7F-7D75F88DF640}">
      <dsp:nvSpPr>
        <dsp:cNvPr id="0" name=""/>
        <dsp:cNvSpPr/>
      </dsp:nvSpPr>
      <dsp:spPr>
        <a:xfrm>
          <a:off x="53293" y="315225"/>
          <a:ext cx="4311005" cy="391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2">
                  <a:lumMod val="50000"/>
                </a:schemeClr>
              </a:solidFill>
            </a:rPr>
            <a:t>Problem</a:t>
          </a:r>
          <a:r>
            <a:rPr lang="en-US" sz="1800" kern="1200" dirty="0">
              <a:solidFill>
                <a:schemeClr val="tx2">
                  <a:lumMod val="50000"/>
                </a:schemeClr>
              </a:solidFill>
            </a:rPr>
            <a:t> </a:t>
          </a:r>
          <a:r>
            <a:rPr lang="en-US" sz="1800" b="1" kern="1200" dirty="0">
              <a:solidFill>
                <a:schemeClr val="tx2">
                  <a:lumMod val="50000"/>
                </a:schemeClr>
              </a:solidFill>
            </a:rPr>
            <a:t>statement</a:t>
          </a:r>
          <a:endParaRPr lang="en-IN" sz="1800" b="1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53293" y="315225"/>
        <a:ext cx="4311005" cy="391909"/>
      </dsp:txXfrm>
    </dsp:sp>
    <dsp:sp modelId="{C9AEC06F-E69C-4342-8712-96E14BACCE59}">
      <dsp:nvSpPr>
        <dsp:cNvPr id="0" name=""/>
        <dsp:cNvSpPr/>
      </dsp:nvSpPr>
      <dsp:spPr>
        <a:xfrm>
          <a:off x="72089" y="755210"/>
          <a:ext cx="1008775" cy="79833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39009-B7A6-4616-BB5A-6CD190E16162}">
      <dsp:nvSpPr>
        <dsp:cNvPr id="0" name=""/>
        <dsp:cNvSpPr/>
      </dsp:nvSpPr>
      <dsp:spPr>
        <a:xfrm>
          <a:off x="678025" y="755210"/>
          <a:ext cx="1008775" cy="79833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8C41F-7695-4430-8CBE-15005327562D}">
      <dsp:nvSpPr>
        <dsp:cNvPr id="0" name=""/>
        <dsp:cNvSpPr/>
      </dsp:nvSpPr>
      <dsp:spPr>
        <a:xfrm>
          <a:off x="1284440" y="755210"/>
          <a:ext cx="1008775" cy="79833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15D893-B363-41E1-A0D0-2FE56743985C}">
      <dsp:nvSpPr>
        <dsp:cNvPr id="0" name=""/>
        <dsp:cNvSpPr/>
      </dsp:nvSpPr>
      <dsp:spPr>
        <a:xfrm>
          <a:off x="1890375" y="755210"/>
          <a:ext cx="1008775" cy="79833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20B300-E878-4AE7-AD3B-9A3C5E61FE74}">
      <dsp:nvSpPr>
        <dsp:cNvPr id="0" name=""/>
        <dsp:cNvSpPr/>
      </dsp:nvSpPr>
      <dsp:spPr>
        <a:xfrm>
          <a:off x="2496790" y="755210"/>
          <a:ext cx="1008775" cy="79833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B56FB-4E5F-42BF-8E95-D5FB4C75C386}">
      <dsp:nvSpPr>
        <dsp:cNvPr id="0" name=""/>
        <dsp:cNvSpPr/>
      </dsp:nvSpPr>
      <dsp:spPr>
        <a:xfrm>
          <a:off x="3102726" y="755210"/>
          <a:ext cx="1008775" cy="79833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3949-0776-41F0-851B-BFE6F6777AD3}">
      <dsp:nvSpPr>
        <dsp:cNvPr id="0" name=""/>
        <dsp:cNvSpPr/>
      </dsp:nvSpPr>
      <dsp:spPr>
        <a:xfrm>
          <a:off x="3709141" y="755210"/>
          <a:ext cx="1008775" cy="79833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C4694-C251-4AC7-B213-6F94748317D3}">
      <dsp:nvSpPr>
        <dsp:cNvPr id="0" name=""/>
        <dsp:cNvSpPr/>
      </dsp:nvSpPr>
      <dsp:spPr>
        <a:xfrm>
          <a:off x="72089" y="835043"/>
          <a:ext cx="4367048" cy="638667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High dropout rates in educational institutions</a:t>
          </a:r>
          <a:endParaRPr lang="en-IN" sz="1300" kern="1200" dirty="0"/>
        </a:p>
      </dsp:txBody>
      <dsp:txXfrm>
        <a:off x="72089" y="835043"/>
        <a:ext cx="4367048" cy="638667"/>
      </dsp:txXfrm>
    </dsp:sp>
    <dsp:sp modelId="{022027FC-E4C2-4F63-8D03-6943CE8482C5}">
      <dsp:nvSpPr>
        <dsp:cNvPr id="0" name=""/>
        <dsp:cNvSpPr/>
      </dsp:nvSpPr>
      <dsp:spPr>
        <a:xfrm>
          <a:off x="72089" y="1628436"/>
          <a:ext cx="4311005" cy="391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b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Lack of proactive identification of at-risk students</a:t>
          </a:r>
          <a:endParaRPr lang="en-IN" sz="1300" kern="1200" dirty="0"/>
        </a:p>
      </dsp:txBody>
      <dsp:txXfrm>
        <a:off x="72089" y="1628436"/>
        <a:ext cx="4311005" cy="391909"/>
      </dsp:txXfrm>
    </dsp:sp>
    <dsp:sp modelId="{5D88F256-7724-4243-AA4B-75F9A9FF8861}">
      <dsp:nvSpPr>
        <dsp:cNvPr id="0" name=""/>
        <dsp:cNvSpPr/>
      </dsp:nvSpPr>
      <dsp:spPr>
        <a:xfrm>
          <a:off x="72089" y="2020345"/>
          <a:ext cx="1008775" cy="79833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63B33-3DEE-485E-9306-40044DB3367F}">
      <dsp:nvSpPr>
        <dsp:cNvPr id="0" name=""/>
        <dsp:cNvSpPr/>
      </dsp:nvSpPr>
      <dsp:spPr>
        <a:xfrm>
          <a:off x="678025" y="2020345"/>
          <a:ext cx="1008775" cy="79833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09807-3C53-43F4-801F-4D4BA8548002}">
      <dsp:nvSpPr>
        <dsp:cNvPr id="0" name=""/>
        <dsp:cNvSpPr/>
      </dsp:nvSpPr>
      <dsp:spPr>
        <a:xfrm>
          <a:off x="1284440" y="2020345"/>
          <a:ext cx="1008775" cy="79833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DD2F7-54ED-4F33-8D04-23379D6BC539}">
      <dsp:nvSpPr>
        <dsp:cNvPr id="0" name=""/>
        <dsp:cNvSpPr/>
      </dsp:nvSpPr>
      <dsp:spPr>
        <a:xfrm>
          <a:off x="1890375" y="2020345"/>
          <a:ext cx="1008775" cy="79833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402E4-54D3-42A7-9E95-15628C551340}">
      <dsp:nvSpPr>
        <dsp:cNvPr id="0" name=""/>
        <dsp:cNvSpPr/>
      </dsp:nvSpPr>
      <dsp:spPr>
        <a:xfrm>
          <a:off x="2496790" y="2020345"/>
          <a:ext cx="1008775" cy="79833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87841-A741-48C0-8119-0A53935A3EFB}">
      <dsp:nvSpPr>
        <dsp:cNvPr id="0" name=""/>
        <dsp:cNvSpPr/>
      </dsp:nvSpPr>
      <dsp:spPr>
        <a:xfrm>
          <a:off x="3102726" y="2020345"/>
          <a:ext cx="1008775" cy="79833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64CD5-F398-466A-A051-CB525DC3867F}">
      <dsp:nvSpPr>
        <dsp:cNvPr id="0" name=""/>
        <dsp:cNvSpPr/>
      </dsp:nvSpPr>
      <dsp:spPr>
        <a:xfrm>
          <a:off x="3709141" y="2020345"/>
          <a:ext cx="1008775" cy="79833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ED27B-C2A2-40D9-AA30-40A56EDFCABA}">
      <dsp:nvSpPr>
        <dsp:cNvPr id="0" name=""/>
        <dsp:cNvSpPr/>
      </dsp:nvSpPr>
      <dsp:spPr>
        <a:xfrm>
          <a:off x="72089" y="2100179"/>
          <a:ext cx="4367048" cy="638667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Need for AI-driven mentoring and intervention</a:t>
          </a:r>
          <a:endParaRPr lang="en-IN" sz="1300" kern="1200" dirty="0"/>
        </a:p>
      </dsp:txBody>
      <dsp:txXfrm>
        <a:off x="72089" y="2100179"/>
        <a:ext cx="4367048" cy="638667"/>
      </dsp:txXfrm>
    </dsp:sp>
    <dsp:sp modelId="{02EB02B6-15F9-4563-8642-2B36CD862087}">
      <dsp:nvSpPr>
        <dsp:cNvPr id="0" name=""/>
        <dsp:cNvSpPr/>
      </dsp:nvSpPr>
      <dsp:spPr>
        <a:xfrm>
          <a:off x="72089" y="2893571"/>
          <a:ext cx="4311005" cy="391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b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Requirement of interactive dashboards for decision-making</a:t>
          </a:r>
          <a:endParaRPr lang="en-IN" sz="1300" kern="1200" dirty="0"/>
        </a:p>
      </dsp:txBody>
      <dsp:txXfrm>
        <a:off x="72089" y="2893571"/>
        <a:ext cx="4311005" cy="391909"/>
      </dsp:txXfrm>
    </dsp:sp>
    <dsp:sp modelId="{B0FFDA32-2878-420E-84C3-B4CBFB355F01}">
      <dsp:nvSpPr>
        <dsp:cNvPr id="0" name=""/>
        <dsp:cNvSpPr/>
      </dsp:nvSpPr>
      <dsp:spPr>
        <a:xfrm>
          <a:off x="72089" y="3285481"/>
          <a:ext cx="574800" cy="95800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BD788-880F-4B09-B83B-D988C1294E10}">
      <dsp:nvSpPr>
        <dsp:cNvPr id="0" name=""/>
        <dsp:cNvSpPr/>
      </dsp:nvSpPr>
      <dsp:spPr>
        <a:xfrm>
          <a:off x="680420" y="3285481"/>
          <a:ext cx="574800" cy="95800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A46AAA-C3F1-42E2-ADA8-C6A76CDC75F6}">
      <dsp:nvSpPr>
        <dsp:cNvPr id="0" name=""/>
        <dsp:cNvSpPr/>
      </dsp:nvSpPr>
      <dsp:spPr>
        <a:xfrm>
          <a:off x="1288751" y="3285481"/>
          <a:ext cx="574800" cy="95800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0D69D-64C7-4B66-91B3-577EC664CCE1}">
      <dsp:nvSpPr>
        <dsp:cNvPr id="0" name=""/>
        <dsp:cNvSpPr/>
      </dsp:nvSpPr>
      <dsp:spPr>
        <a:xfrm>
          <a:off x="1897081" y="3285481"/>
          <a:ext cx="574800" cy="95800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9CBC2-CCBE-40AA-BE45-EE95A74EDFCC}">
      <dsp:nvSpPr>
        <dsp:cNvPr id="0" name=""/>
        <dsp:cNvSpPr/>
      </dsp:nvSpPr>
      <dsp:spPr>
        <a:xfrm>
          <a:off x="2505412" y="3285481"/>
          <a:ext cx="574800" cy="95800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715AA-A7F3-4E86-B61D-5382DC033585}">
      <dsp:nvSpPr>
        <dsp:cNvPr id="0" name=""/>
        <dsp:cNvSpPr/>
      </dsp:nvSpPr>
      <dsp:spPr>
        <a:xfrm>
          <a:off x="3113743" y="3285481"/>
          <a:ext cx="574800" cy="95800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AEE2F-86E7-4B6F-81CF-9A8E795880CA}">
      <dsp:nvSpPr>
        <dsp:cNvPr id="0" name=""/>
        <dsp:cNvSpPr/>
      </dsp:nvSpPr>
      <dsp:spPr>
        <a:xfrm>
          <a:off x="3722074" y="3285481"/>
          <a:ext cx="574800" cy="95800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346BF1-BF69-4354-8C7F-7D75F88DF640}">
      <dsp:nvSpPr>
        <dsp:cNvPr id="0" name=""/>
        <dsp:cNvSpPr/>
      </dsp:nvSpPr>
      <dsp:spPr>
        <a:xfrm>
          <a:off x="55580" y="316745"/>
          <a:ext cx="4306795" cy="391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2">
                  <a:lumMod val="50000"/>
                </a:schemeClr>
              </a:solidFill>
            </a:rPr>
            <a:t>System</a:t>
          </a:r>
          <a:r>
            <a:rPr lang="en-US" sz="1800" b="1" kern="1200" baseline="0" dirty="0">
              <a:solidFill>
                <a:schemeClr val="tx2">
                  <a:lumMod val="50000"/>
                </a:schemeClr>
              </a:solidFill>
            </a:rPr>
            <a:t> overview </a:t>
          </a:r>
          <a:endParaRPr lang="en-IN" sz="1800" b="1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55580" y="316745"/>
        <a:ext cx="4306795" cy="391526"/>
      </dsp:txXfrm>
    </dsp:sp>
    <dsp:sp modelId="{C9AEC06F-E69C-4342-8712-96E14BACCE59}">
      <dsp:nvSpPr>
        <dsp:cNvPr id="0" name=""/>
        <dsp:cNvSpPr/>
      </dsp:nvSpPr>
      <dsp:spPr>
        <a:xfrm>
          <a:off x="74358" y="756301"/>
          <a:ext cx="1007790" cy="79755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39009-B7A6-4616-BB5A-6CD190E16162}">
      <dsp:nvSpPr>
        <dsp:cNvPr id="0" name=""/>
        <dsp:cNvSpPr/>
      </dsp:nvSpPr>
      <dsp:spPr>
        <a:xfrm>
          <a:off x="679702" y="756301"/>
          <a:ext cx="1007790" cy="79755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8C41F-7695-4430-8CBE-15005327562D}">
      <dsp:nvSpPr>
        <dsp:cNvPr id="0" name=""/>
        <dsp:cNvSpPr/>
      </dsp:nvSpPr>
      <dsp:spPr>
        <a:xfrm>
          <a:off x="1285524" y="756301"/>
          <a:ext cx="1007790" cy="79755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15D893-B363-41E1-A0D0-2FE56743985C}">
      <dsp:nvSpPr>
        <dsp:cNvPr id="0" name=""/>
        <dsp:cNvSpPr/>
      </dsp:nvSpPr>
      <dsp:spPr>
        <a:xfrm>
          <a:off x="1890868" y="756301"/>
          <a:ext cx="1007790" cy="79755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20B300-E878-4AE7-AD3B-9A3C5E61FE74}">
      <dsp:nvSpPr>
        <dsp:cNvPr id="0" name=""/>
        <dsp:cNvSpPr/>
      </dsp:nvSpPr>
      <dsp:spPr>
        <a:xfrm>
          <a:off x="2496691" y="756301"/>
          <a:ext cx="1007790" cy="79755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B56FB-4E5F-42BF-8E95-D5FB4C75C386}">
      <dsp:nvSpPr>
        <dsp:cNvPr id="0" name=""/>
        <dsp:cNvSpPr/>
      </dsp:nvSpPr>
      <dsp:spPr>
        <a:xfrm>
          <a:off x="3102035" y="756301"/>
          <a:ext cx="1007790" cy="79755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3949-0776-41F0-851B-BFE6F6777AD3}">
      <dsp:nvSpPr>
        <dsp:cNvPr id="0" name=""/>
        <dsp:cNvSpPr/>
      </dsp:nvSpPr>
      <dsp:spPr>
        <a:xfrm>
          <a:off x="3707857" y="756301"/>
          <a:ext cx="1007790" cy="79755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C4694-C251-4AC7-B213-6F94748317D3}">
      <dsp:nvSpPr>
        <dsp:cNvPr id="0" name=""/>
        <dsp:cNvSpPr/>
      </dsp:nvSpPr>
      <dsp:spPr>
        <a:xfrm>
          <a:off x="74358" y="836056"/>
          <a:ext cx="4362783" cy="638043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Secure login &amp; user authentication</a:t>
          </a:r>
        </a:p>
      </dsp:txBody>
      <dsp:txXfrm>
        <a:off x="74358" y="836056"/>
        <a:ext cx="4362783" cy="638043"/>
      </dsp:txXfrm>
    </dsp:sp>
    <dsp:sp modelId="{022027FC-E4C2-4F63-8D03-6943CE8482C5}">
      <dsp:nvSpPr>
        <dsp:cNvPr id="0" name=""/>
        <dsp:cNvSpPr/>
      </dsp:nvSpPr>
      <dsp:spPr>
        <a:xfrm>
          <a:off x="74358" y="1628674"/>
          <a:ext cx="4306795" cy="391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Student data management (manual &amp; import)</a:t>
          </a:r>
        </a:p>
      </dsp:txBody>
      <dsp:txXfrm>
        <a:off x="74358" y="1628674"/>
        <a:ext cx="4306795" cy="391526"/>
      </dsp:txXfrm>
    </dsp:sp>
    <dsp:sp modelId="{5D88F256-7724-4243-AA4B-75F9A9FF8861}">
      <dsp:nvSpPr>
        <dsp:cNvPr id="0" name=""/>
        <dsp:cNvSpPr/>
      </dsp:nvSpPr>
      <dsp:spPr>
        <a:xfrm>
          <a:off x="74358" y="2020201"/>
          <a:ext cx="1007790" cy="79755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63B33-3DEE-485E-9306-40044DB3367F}">
      <dsp:nvSpPr>
        <dsp:cNvPr id="0" name=""/>
        <dsp:cNvSpPr/>
      </dsp:nvSpPr>
      <dsp:spPr>
        <a:xfrm>
          <a:off x="679702" y="2020201"/>
          <a:ext cx="1007790" cy="79755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09807-3C53-43F4-801F-4D4BA8548002}">
      <dsp:nvSpPr>
        <dsp:cNvPr id="0" name=""/>
        <dsp:cNvSpPr/>
      </dsp:nvSpPr>
      <dsp:spPr>
        <a:xfrm>
          <a:off x="1285524" y="2020201"/>
          <a:ext cx="1007790" cy="79755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DD2F7-54ED-4F33-8D04-23379D6BC539}">
      <dsp:nvSpPr>
        <dsp:cNvPr id="0" name=""/>
        <dsp:cNvSpPr/>
      </dsp:nvSpPr>
      <dsp:spPr>
        <a:xfrm>
          <a:off x="1890868" y="2020201"/>
          <a:ext cx="1007790" cy="79755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402E4-54D3-42A7-9E95-15628C551340}">
      <dsp:nvSpPr>
        <dsp:cNvPr id="0" name=""/>
        <dsp:cNvSpPr/>
      </dsp:nvSpPr>
      <dsp:spPr>
        <a:xfrm>
          <a:off x="2496691" y="2020201"/>
          <a:ext cx="1007790" cy="79755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87841-A741-48C0-8119-0A53935A3EFB}">
      <dsp:nvSpPr>
        <dsp:cNvPr id="0" name=""/>
        <dsp:cNvSpPr/>
      </dsp:nvSpPr>
      <dsp:spPr>
        <a:xfrm>
          <a:off x="3102035" y="2020201"/>
          <a:ext cx="1007790" cy="79755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64CD5-F398-466A-A051-CB525DC3867F}">
      <dsp:nvSpPr>
        <dsp:cNvPr id="0" name=""/>
        <dsp:cNvSpPr/>
      </dsp:nvSpPr>
      <dsp:spPr>
        <a:xfrm>
          <a:off x="3707857" y="2020201"/>
          <a:ext cx="1007790" cy="797554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ED27B-C2A2-40D9-AA30-40A56EDFCABA}">
      <dsp:nvSpPr>
        <dsp:cNvPr id="0" name=""/>
        <dsp:cNvSpPr/>
      </dsp:nvSpPr>
      <dsp:spPr>
        <a:xfrm>
          <a:off x="74358" y="2099956"/>
          <a:ext cx="4362783" cy="638043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Risk classification engine</a:t>
          </a:r>
        </a:p>
      </dsp:txBody>
      <dsp:txXfrm>
        <a:off x="74358" y="2099956"/>
        <a:ext cx="4362783" cy="638043"/>
      </dsp:txXfrm>
    </dsp:sp>
    <dsp:sp modelId="{02EB02B6-15F9-4563-8642-2B36CD862087}">
      <dsp:nvSpPr>
        <dsp:cNvPr id="0" name=""/>
        <dsp:cNvSpPr/>
      </dsp:nvSpPr>
      <dsp:spPr>
        <a:xfrm>
          <a:off x="74358" y="2892574"/>
          <a:ext cx="4306795" cy="391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b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AI-generated intervention strategies and </a:t>
          </a:r>
          <a:r>
            <a:rPr lang="en-US" sz="1300" kern="1200" dirty="0"/>
            <a:t>Interactive dashboard with KPIs &amp; charts</a:t>
          </a:r>
          <a:endParaRPr lang="en-IN" sz="1300" kern="1200" dirty="0"/>
        </a:p>
      </dsp:txBody>
      <dsp:txXfrm>
        <a:off x="74358" y="2892574"/>
        <a:ext cx="4306795" cy="391526"/>
      </dsp:txXfrm>
    </dsp:sp>
    <dsp:sp modelId="{B0FFDA32-2878-420E-84C3-B4CBFB355F01}">
      <dsp:nvSpPr>
        <dsp:cNvPr id="0" name=""/>
        <dsp:cNvSpPr/>
      </dsp:nvSpPr>
      <dsp:spPr>
        <a:xfrm>
          <a:off x="74358" y="3284101"/>
          <a:ext cx="574239" cy="95706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BD788-880F-4B09-B83B-D988C1294E10}">
      <dsp:nvSpPr>
        <dsp:cNvPr id="0" name=""/>
        <dsp:cNvSpPr/>
      </dsp:nvSpPr>
      <dsp:spPr>
        <a:xfrm>
          <a:off x="682094" y="3284101"/>
          <a:ext cx="574239" cy="95706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A46AAA-C3F1-42E2-ADA8-C6A76CDC75F6}">
      <dsp:nvSpPr>
        <dsp:cNvPr id="0" name=""/>
        <dsp:cNvSpPr/>
      </dsp:nvSpPr>
      <dsp:spPr>
        <a:xfrm>
          <a:off x="1289831" y="3284101"/>
          <a:ext cx="574239" cy="95706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0D69D-64C7-4B66-91B3-577EC664CCE1}">
      <dsp:nvSpPr>
        <dsp:cNvPr id="0" name=""/>
        <dsp:cNvSpPr/>
      </dsp:nvSpPr>
      <dsp:spPr>
        <a:xfrm>
          <a:off x="1897568" y="3284101"/>
          <a:ext cx="574239" cy="95706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9CBC2-CCBE-40AA-BE45-EE95A74EDFCC}">
      <dsp:nvSpPr>
        <dsp:cNvPr id="0" name=""/>
        <dsp:cNvSpPr/>
      </dsp:nvSpPr>
      <dsp:spPr>
        <a:xfrm>
          <a:off x="2505304" y="3284101"/>
          <a:ext cx="574239" cy="95706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715AA-A7F3-4E86-B61D-5382DC033585}">
      <dsp:nvSpPr>
        <dsp:cNvPr id="0" name=""/>
        <dsp:cNvSpPr/>
      </dsp:nvSpPr>
      <dsp:spPr>
        <a:xfrm>
          <a:off x="3113041" y="3284101"/>
          <a:ext cx="574239" cy="95706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AEE2F-86E7-4B6F-81CF-9A8E795880CA}">
      <dsp:nvSpPr>
        <dsp:cNvPr id="0" name=""/>
        <dsp:cNvSpPr/>
      </dsp:nvSpPr>
      <dsp:spPr>
        <a:xfrm>
          <a:off x="3720778" y="3284101"/>
          <a:ext cx="574239" cy="95706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9D22CA-6F52-4D4E-A64C-978F869FA614}">
      <dsp:nvSpPr>
        <dsp:cNvPr id="0" name=""/>
        <dsp:cNvSpPr/>
      </dsp:nvSpPr>
      <dsp:spPr>
        <a:xfrm>
          <a:off x="81707" y="1205857"/>
          <a:ext cx="4732490" cy="430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AI &amp; AUDIO INTEGRATION</a:t>
          </a:r>
          <a:endParaRPr lang="en-IN" sz="2400" b="1" kern="1200" dirty="0">
            <a:solidFill>
              <a:schemeClr val="tx2">
                <a:lumMod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1707" y="1205857"/>
        <a:ext cx="4732490" cy="430226"/>
      </dsp:txXfrm>
    </dsp:sp>
    <dsp:sp modelId="{70FA455F-BCE1-447F-8971-E470C6B1F0C2}">
      <dsp:nvSpPr>
        <dsp:cNvPr id="0" name=""/>
        <dsp:cNvSpPr/>
      </dsp:nvSpPr>
      <dsp:spPr>
        <a:xfrm>
          <a:off x="81707" y="1636084"/>
          <a:ext cx="1107402" cy="876387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E182AA-ACEE-4F5A-919E-56B879C338E0}">
      <dsp:nvSpPr>
        <dsp:cNvPr id="0" name=""/>
        <dsp:cNvSpPr/>
      </dsp:nvSpPr>
      <dsp:spPr>
        <a:xfrm>
          <a:off x="746885" y="1636084"/>
          <a:ext cx="1107402" cy="876387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9232E-150E-44D7-8AA5-7C02E14A39B0}">
      <dsp:nvSpPr>
        <dsp:cNvPr id="0" name=""/>
        <dsp:cNvSpPr/>
      </dsp:nvSpPr>
      <dsp:spPr>
        <a:xfrm>
          <a:off x="1412589" y="1636084"/>
          <a:ext cx="1107402" cy="876387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D1DCAF-1AEA-48A6-AD29-7BF63A7F9F18}">
      <dsp:nvSpPr>
        <dsp:cNvPr id="0" name=""/>
        <dsp:cNvSpPr/>
      </dsp:nvSpPr>
      <dsp:spPr>
        <a:xfrm>
          <a:off x="2077767" y="1636084"/>
          <a:ext cx="1107402" cy="876387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0D2A9A-AC9A-4941-B5B2-03CE5182023C}">
      <dsp:nvSpPr>
        <dsp:cNvPr id="0" name=""/>
        <dsp:cNvSpPr/>
      </dsp:nvSpPr>
      <dsp:spPr>
        <a:xfrm>
          <a:off x="2743470" y="1636084"/>
          <a:ext cx="1107402" cy="876387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FF2F77-28CC-4A71-AD67-9D78AF93A492}">
      <dsp:nvSpPr>
        <dsp:cNvPr id="0" name=""/>
        <dsp:cNvSpPr/>
      </dsp:nvSpPr>
      <dsp:spPr>
        <a:xfrm>
          <a:off x="3408648" y="1636084"/>
          <a:ext cx="1107402" cy="876387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DD3F5-E0A3-49FD-90FF-FBB41742C16B}">
      <dsp:nvSpPr>
        <dsp:cNvPr id="0" name=""/>
        <dsp:cNvSpPr/>
      </dsp:nvSpPr>
      <dsp:spPr>
        <a:xfrm>
          <a:off x="4074352" y="1636084"/>
          <a:ext cx="1107402" cy="876387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9C18DF-C282-456C-93E6-29DD9FCC4D53}">
      <dsp:nvSpPr>
        <dsp:cNvPr id="0" name=""/>
        <dsp:cNvSpPr/>
      </dsp:nvSpPr>
      <dsp:spPr>
        <a:xfrm>
          <a:off x="81707" y="1723723"/>
          <a:ext cx="4794012" cy="701109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tx2">
                  <a:lumMod val="75000"/>
                </a:schemeClr>
              </a:solidFill>
            </a:rPr>
            <a:t>DistilGPT2 generates personalized mentor interventions</a:t>
          </a:r>
        </a:p>
      </dsp:txBody>
      <dsp:txXfrm>
        <a:off x="81707" y="1723723"/>
        <a:ext cx="4794012" cy="701109"/>
      </dsp:txXfrm>
    </dsp:sp>
    <dsp:sp modelId="{062AABBB-D414-4FF3-BEBC-B55E9F1D0DC8}">
      <dsp:nvSpPr>
        <dsp:cNvPr id="0" name=""/>
        <dsp:cNvSpPr/>
      </dsp:nvSpPr>
      <dsp:spPr>
        <a:xfrm>
          <a:off x="81707" y="2628194"/>
          <a:ext cx="4732490" cy="430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chemeClr val="tx2">
                  <a:lumMod val="75000"/>
                </a:schemeClr>
              </a:solidFill>
            </a:rPr>
            <a:t> Interventions </a:t>
          </a:r>
          <a:r>
            <a:rPr lang="fr-FR" sz="1600" kern="1200" dirty="0" err="1">
              <a:solidFill>
                <a:schemeClr val="tx2">
                  <a:lumMod val="75000"/>
                </a:schemeClr>
              </a:solidFill>
            </a:rPr>
            <a:t>consider</a:t>
          </a:r>
          <a:r>
            <a:rPr lang="fr-FR" sz="1600" kern="1200" dirty="0">
              <a:solidFill>
                <a:schemeClr val="tx2">
                  <a:lumMod val="75000"/>
                </a:schemeClr>
              </a:solidFill>
            </a:rPr>
            <a:t> </a:t>
          </a:r>
          <a:r>
            <a:rPr lang="fr-FR" sz="1600" kern="1200" dirty="0" err="1">
              <a:solidFill>
                <a:schemeClr val="tx2">
                  <a:lumMod val="75000"/>
                </a:schemeClr>
              </a:solidFill>
            </a:rPr>
            <a:t>attendance</a:t>
          </a:r>
          <a:r>
            <a:rPr lang="fr-FR" sz="1600" kern="1200" dirty="0">
              <a:solidFill>
                <a:schemeClr val="tx2">
                  <a:lumMod val="75000"/>
                </a:schemeClr>
              </a:solidFill>
            </a:rPr>
            <a:t>, GPA, </a:t>
          </a:r>
          <a:r>
            <a:rPr lang="fr-FR" sz="1600" kern="1200" dirty="0" err="1">
              <a:solidFill>
                <a:schemeClr val="tx2">
                  <a:lumMod val="75000"/>
                </a:schemeClr>
              </a:solidFill>
            </a:rPr>
            <a:t>fee</a:t>
          </a:r>
          <a:r>
            <a:rPr lang="fr-FR" sz="1600" kern="1200" dirty="0">
              <a:solidFill>
                <a:schemeClr val="tx2">
                  <a:lumMod val="75000"/>
                </a:schemeClr>
              </a:solidFill>
            </a:rPr>
            <a:t> </a:t>
          </a:r>
          <a:r>
            <a:rPr lang="fr-FR" sz="1600" kern="1200" dirty="0" err="1">
              <a:solidFill>
                <a:schemeClr val="tx2">
                  <a:lumMod val="75000"/>
                </a:schemeClr>
              </a:solidFill>
            </a:rPr>
            <a:t>status</a:t>
          </a:r>
          <a:r>
            <a:rPr lang="fr-FR" sz="1600" kern="1200" dirty="0">
              <a:solidFill>
                <a:schemeClr val="tx2">
                  <a:lumMod val="75000"/>
                </a:schemeClr>
              </a:solidFill>
            </a:rPr>
            <a:t>, etc.</a:t>
          </a:r>
          <a:endParaRPr lang="en-IN" sz="1600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81707" y="2628194"/>
        <a:ext cx="4732490" cy="430226"/>
      </dsp:txXfrm>
    </dsp:sp>
    <dsp:sp modelId="{477C95D0-3EF0-46D3-8327-684761688604}">
      <dsp:nvSpPr>
        <dsp:cNvPr id="0" name=""/>
        <dsp:cNvSpPr/>
      </dsp:nvSpPr>
      <dsp:spPr>
        <a:xfrm>
          <a:off x="81707" y="3058420"/>
          <a:ext cx="1107402" cy="876387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B3711-BC75-4D17-9C68-B264A3A2FF38}">
      <dsp:nvSpPr>
        <dsp:cNvPr id="0" name=""/>
        <dsp:cNvSpPr/>
      </dsp:nvSpPr>
      <dsp:spPr>
        <a:xfrm>
          <a:off x="746885" y="3058420"/>
          <a:ext cx="1107402" cy="876387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16BA97-AC84-4933-B3FD-57CE99C79ABC}">
      <dsp:nvSpPr>
        <dsp:cNvPr id="0" name=""/>
        <dsp:cNvSpPr/>
      </dsp:nvSpPr>
      <dsp:spPr>
        <a:xfrm>
          <a:off x="1412589" y="3058420"/>
          <a:ext cx="1107402" cy="876387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ACB05F-DFAC-4587-86B1-5FA80D2AA9F2}">
      <dsp:nvSpPr>
        <dsp:cNvPr id="0" name=""/>
        <dsp:cNvSpPr/>
      </dsp:nvSpPr>
      <dsp:spPr>
        <a:xfrm>
          <a:off x="2077767" y="3058420"/>
          <a:ext cx="1107402" cy="876387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1B6893-D8D9-4180-A2DC-1F2BF3B0640B}">
      <dsp:nvSpPr>
        <dsp:cNvPr id="0" name=""/>
        <dsp:cNvSpPr/>
      </dsp:nvSpPr>
      <dsp:spPr>
        <a:xfrm>
          <a:off x="2743470" y="3058420"/>
          <a:ext cx="1107402" cy="876387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EE038F-E81B-4A40-ACA3-920756F69E5F}">
      <dsp:nvSpPr>
        <dsp:cNvPr id="0" name=""/>
        <dsp:cNvSpPr/>
      </dsp:nvSpPr>
      <dsp:spPr>
        <a:xfrm>
          <a:off x="3408648" y="3058420"/>
          <a:ext cx="1107402" cy="876387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62DCE-D4AB-4EF0-BA39-56855A998016}">
      <dsp:nvSpPr>
        <dsp:cNvPr id="0" name=""/>
        <dsp:cNvSpPr/>
      </dsp:nvSpPr>
      <dsp:spPr>
        <a:xfrm>
          <a:off x="4074352" y="3058420"/>
          <a:ext cx="1107402" cy="876387"/>
        </a:xfrm>
        <a:prstGeom prst="chevron">
          <a:avLst>
            <a:gd name="adj" fmla="val 706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95E74B-7B31-4F35-84AA-D76679E36BA9}">
      <dsp:nvSpPr>
        <dsp:cNvPr id="0" name=""/>
        <dsp:cNvSpPr/>
      </dsp:nvSpPr>
      <dsp:spPr>
        <a:xfrm>
          <a:off x="81707" y="3146059"/>
          <a:ext cx="4794012" cy="701109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>
                  <a:lumMod val="75000"/>
                </a:schemeClr>
              </a:solidFill>
            </a:rPr>
            <a:t>pyttsx3 converts AI text into speech</a:t>
          </a:r>
          <a:endParaRPr lang="en-IN" sz="1600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81707" y="3146059"/>
        <a:ext cx="4794012" cy="701109"/>
      </dsp:txXfrm>
    </dsp:sp>
    <dsp:sp modelId="{6B032492-591A-4E2F-8FEC-7E769B91F1BF}">
      <dsp:nvSpPr>
        <dsp:cNvPr id="0" name=""/>
        <dsp:cNvSpPr/>
      </dsp:nvSpPr>
      <dsp:spPr>
        <a:xfrm>
          <a:off x="81707" y="4050530"/>
          <a:ext cx="4732490" cy="430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>
                  <a:lumMod val="75000"/>
                </a:schemeClr>
              </a:solidFill>
            </a:rPr>
            <a:t>Students can listen to interventions as audio</a:t>
          </a:r>
          <a:endParaRPr lang="en-IN" sz="1600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81707" y="4050530"/>
        <a:ext cx="4732490" cy="430226"/>
      </dsp:txXfrm>
    </dsp:sp>
    <dsp:sp modelId="{BD43D4D3-52D9-40B9-82F7-9763B4EAF947}">
      <dsp:nvSpPr>
        <dsp:cNvPr id="0" name=""/>
        <dsp:cNvSpPr/>
      </dsp:nvSpPr>
      <dsp:spPr>
        <a:xfrm>
          <a:off x="81707" y="4480756"/>
          <a:ext cx="630998" cy="105166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D6046-D33F-418F-97A1-568BB6B6FCA8}">
      <dsp:nvSpPr>
        <dsp:cNvPr id="0" name=""/>
        <dsp:cNvSpPr/>
      </dsp:nvSpPr>
      <dsp:spPr>
        <a:xfrm>
          <a:off x="749514" y="4480756"/>
          <a:ext cx="630998" cy="105166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737B5-9C40-4A89-8A3F-2636623EFC67}">
      <dsp:nvSpPr>
        <dsp:cNvPr id="0" name=""/>
        <dsp:cNvSpPr/>
      </dsp:nvSpPr>
      <dsp:spPr>
        <a:xfrm>
          <a:off x="1417321" y="4480756"/>
          <a:ext cx="630998" cy="105166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A61C9-8A29-4B21-A96A-58CAC3F22ED9}">
      <dsp:nvSpPr>
        <dsp:cNvPr id="0" name=""/>
        <dsp:cNvSpPr/>
      </dsp:nvSpPr>
      <dsp:spPr>
        <a:xfrm>
          <a:off x="2085128" y="4480756"/>
          <a:ext cx="630998" cy="105166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C3616-9D83-4D3E-A314-21E098C0DAC1}">
      <dsp:nvSpPr>
        <dsp:cNvPr id="0" name=""/>
        <dsp:cNvSpPr/>
      </dsp:nvSpPr>
      <dsp:spPr>
        <a:xfrm>
          <a:off x="2752935" y="4480756"/>
          <a:ext cx="630998" cy="105166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A7C81-C7CA-413A-B2AA-68712D6DDCE7}">
      <dsp:nvSpPr>
        <dsp:cNvPr id="0" name=""/>
        <dsp:cNvSpPr/>
      </dsp:nvSpPr>
      <dsp:spPr>
        <a:xfrm>
          <a:off x="3420742" y="4480756"/>
          <a:ext cx="630998" cy="105166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5CAD2C-2D70-4873-AA5E-12AE00ADC9B5}">
      <dsp:nvSpPr>
        <dsp:cNvPr id="0" name=""/>
        <dsp:cNvSpPr/>
      </dsp:nvSpPr>
      <dsp:spPr>
        <a:xfrm>
          <a:off x="4088549" y="4480756"/>
          <a:ext cx="630998" cy="105166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56CE98-439B-4365-A9B7-991704269E6B}">
      <dsp:nvSpPr>
        <dsp:cNvPr id="0" name=""/>
        <dsp:cNvSpPr/>
      </dsp:nvSpPr>
      <dsp:spPr>
        <a:xfrm>
          <a:off x="1456" y="221522"/>
          <a:ext cx="2311623" cy="1592708"/>
        </a:xfrm>
        <a:prstGeom prst="roundRect">
          <a:avLst/>
        </a:prstGeom>
        <a:blipFill rotWithShape="1">
          <a:blip xmlns:r="http://schemas.openxmlformats.org/officeDocument/2006/relationships" r:embed="rId1"/>
          <a:srcRect/>
          <a:stretch>
            <a:fillRect t="-25000" b="-2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11F4D3-B2CB-4117-B085-026997531A27}">
      <dsp:nvSpPr>
        <dsp:cNvPr id="0" name=""/>
        <dsp:cNvSpPr/>
      </dsp:nvSpPr>
      <dsp:spPr>
        <a:xfrm>
          <a:off x="1456" y="1814230"/>
          <a:ext cx="2311623" cy="857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2">
                  <a:lumMod val="75000"/>
                </a:schemeClr>
              </a:solidFill>
            </a:rPr>
            <a:t>Login/Signup/Forgot Password</a:t>
          </a:r>
        </a:p>
      </dsp:txBody>
      <dsp:txXfrm>
        <a:off x="1456" y="1814230"/>
        <a:ext cx="2311623" cy="857612"/>
      </dsp:txXfrm>
    </dsp:sp>
    <dsp:sp modelId="{EE2E514D-2E10-4223-84A2-7D9151BC75E0}">
      <dsp:nvSpPr>
        <dsp:cNvPr id="0" name=""/>
        <dsp:cNvSpPr/>
      </dsp:nvSpPr>
      <dsp:spPr>
        <a:xfrm>
          <a:off x="2565491" y="217269"/>
          <a:ext cx="2311623" cy="1592708"/>
        </a:xfrm>
        <a:prstGeom prst="roundRect">
          <a:avLst/>
        </a:prstGeom>
        <a:blipFill rotWithShape="1">
          <a:blip xmlns:r="http://schemas.openxmlformats.org/officeDocument/2006/relationships" r:embed="rId2"/>
          <a:srcRect/>
          <a:stretch>
            <a:fillRect l="-26000" r="-26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466EA2-EB8C-480A-A2F2-4CAA47AC4FC2}">
      <dsp:nvSpPr>
        <dsp:cNvPr id="0" name=""/>
        <dsp:cNvSpPr/>
      </dsp:nvSpPr>
      <dsp:spPr>
        <a:xfrm>
          <a:off x="2544340" y="1814230"/>
          <a:ext cx="2311623" cy="857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2">
                  <a:lumMod val="75000"/>
                </a:schemeClr>
              </a:solidFill>
            </a:rPr>
            <a:t>Data Collection (manual input, CSV/Excel import)</a:t>
          </a:r>
        </a:p>
      </dsp:txBody>
      <dsp:txXfrm>
        <a:off x="2544340" y="1814230"/>
        <a:ext cx="2311623" cy="857612"/>
      </dsp:txXfrm>
    </dsp:sp>
    <dsp:sp modelId="{4C65B87A-6F44-47BF-9612-6C0BA692FB23}">
      <dsp:nvSpPr>
        <dsp:cNvPr id="0" name=""/>
        <dsp:cNvSpPr/>
      </dsp:nvSpPr>
      <dsp:spPr>
        <a:xfrm>
          <a:off x="5087223" y="221522"/>
          <a:ext cx="2311623" cy="1592708"/>
        </a:xfrm>
        <a:prstGeom prst="roundRect">
          <a:avLst/>
        </a:prstGeom>
        <a:blipFill rotWithShape="1">
          <a:blip xmlns:r="http://schemas.openxmlformats.org/officeDocument/2006/relationships" r:embed="rId3"/>
          <a:srcRect/>
          <a:stretch>
            <a:fillRect l="-26000" r="-26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39C874-8A26-4503-8A6F-2E698B730BBD}">
      <dsp:nvSpPr>
        <dsp:cNvPr id="0" name=""/>
        <dsp:cNvSpPr/>
      </dsp:nvSpPr>
      <dsp:spPr>
        <a:xfrm>
          <a:off x="5087223" y="1814230"/>
          <a:ext cx="2311623" cy="857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2">
                  <a:lumMod val="75000"/>
                </a:schemeClr>
              </a:solidFill>
            </a:rPr>
            <a:t>Risk Engine (attendance &amp; score thresholds)</a:t>
          </a:r>
        </a:p>
      </dsp:txBody>
      <dsp:txXfrm>
        <a:off x="5087223" y="1814230"/>
        <a:ext cx="2311623" cy="857612"/>
      </dsp:txXfrm>
    </dsp:sp>
    <dsp:sp modelId="{FDC435D7-1AFA-4330-9B2A-5C1EEF564AB5}">
      <dsp:nvSpPr>
        <dsp:cNvPr id="0" name=""/>
        <dsp:cNvSpPr/>
      </dsp:nvSpPr>
      <dsp:spPr>
        <a:xfrm>
          <a:off x="1272898" y="2903005"/>
          <a:ext cx="2311623" cy="1592708"/>
        </a:xfrm>
        <a:prstGeom prst="roundRect">
          <a:avLst/>
        </a:prstGeom>
        <a:blipFill rotWithShape="1">
          <a:blip xmlns:r="http://schemas.openxmlformats.org/officeDocument/2006/relationships" r:embed="rId4"/>
          <a:srcRect/>
          <a:stretch>
            <a:fillRect l="-26000" r="-26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E05E4DC-9145-4383-8EB5-EAE48B4B8CE8}">
      <dsp:nvSpPr>
        <dsp:cNvPr id="0" name=""/>
        <dsp:cNvSpPr/>
      </dsp:nvSpPr>
      <dsp:spPr>
        <a:xfrm>
          <a:off x="1272898" y="4495714"/>
          <a:ext cx="2311623" cy="857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2">
                  <a:lumMod val="75000"/>
                </a:schemeClr>
              </a:solidFill>
            </a:rPr>
            <a:t>AI Mentor notes with audio playback</a:t>
          </a:r>
        </a:p>
      </dsp:txBody>
      <dsp:txXfrm>
        <a:off x="1272898" y="4495714"/>
        <a:ext cx="2311623" cy="857612"/>
      </dsp:txXfrm>
    </dsp:sp>
    <dsp:sp modelId="{F9B07592-54B9-4285-8212-FA3FC7CE53D3}">
      <dsp:nvSpPr>
        <dsp:cNvPr id="0" name=""/>
        <dsp:cNvSpPr/>
      </dsp:nvSpPr>
      <dsp:spPr>
        <a:xfrm>
          <a:off x="3815781" y="2903005"/>
          <a:ext cx="2311623" cy="1592708"/>
        </a:xfrm>
        <a:prstGeom prst="roundRect">
          <a:avLst/>
        </a:prstGeom>
        <a:blipFill>
          <a:blip xmlns:r="http://schemas.openxmlformats.org/officeDocument/2006/relationships" r:embed="rId5"/>
          <a:srcRect/>
          <a:stretch>
            <a:fillRect t="-6000" b="-6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574849-319D-48A2-837E-7FDB45DC9F4A}">
      <dsp:nvSpPr>
        <dsp:cNvPr id="0" name=""/>
        <dsp:cNvSpPr/>
      </dsp:nvSpPr>
      <dsp:spPr>
        <a:xfrm>
          <a:off x="3815781" y="4495714"/>
          <a:ext cx="2311623" cy="857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2">
                  <a:lumMod val="75000"/>
                </a:schemeClr>
              </a:solidFill>
            </a:rPr>
            <a:t>Dashboard (KPIs, charts, reports)</a:t>
          </a:r>
        </a:p>
      </dsp:txBody>
      <dsp:txXfrm>
        <a:off x="3815781" y="4495714"/>
        <a:ext cx="2311623" cy="8576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8216CE-3F33-421A-B569-604D169E37A8}">
      <dsp:nvSpPr>
        <dsp:cNvPr id="0" name=""/>
        <dsp:cNvSpPr/>
      </dsp:nvSpPr>
      <dsp:spPr>
        <a:xfrm>
          <a:off x="187800" y="290287"/>
          <a:ext cx="3380400" cy="307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 Basic login authentication (username/password)</a:t>
          </a:r>
        </a:p>
      </dsp:txBody>
      <dsp:txXfrm>
        <a:off x="187800" y="290287"/>
        <a:ext cx="3380400" cy="307309"/>
      </dsp:txXfrm>
    </dsp:sp>
    <dsp:sp modelId="{E79A73A3-9E34-4C81-A3D5-DDA61C9EB6A9}">
      <dsp:nvSpPr>
        <dsp:cNvPr id="0" name=""/>
        <dsp:cNvSpPr/>
      </dsp:nvSpPr>
      <dsp:spPr>
        <a:xfrm>
          <a:off x="187800" y="597596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16A999-63F1-4935-941D-ECD304E7A1BF}">
      <dsp:nvSpPr>
        <dsp:cNvPr id="0" name=""/>
        <dsp:cNvSpPr/>
      </dsp:nvSpPr>
      <dsp:spPr>
        <a:xfrm>
          <a:off x="664812" y="597596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7AB89-896A-42E3-8B6B-D419FED2EF7A}">
      <dsp:nvSpPr>
        <dsp:cNvPr id="0" name=""/>
        <dsp:cNvSpPr/>
      </dsp:nvSpPr>
      <dsp:spPr>
        <a:xfrm>
          <a:off x="1141824" y="597596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A4C09-470C-4B63-9568-86313FC6674D}">
      <dsp:nvSpPr>
        <dsp:cNvPr id="0" name=""/>
        <dsp:cNvSpPr/>
      </dsp:nvSpPr>
      <dsp:spPr>
        <a:xfrm>
          <a:off x="1618836" y="597596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9B851-E1FB-4F2F-91BA-0D29DD5A0797}">
      <dsp:nvSpPr>
        <dsp:cNvPr id="0" name=""/>
        <dsp:cNvSpPr/>
      </dsp:nvSpPr>
      <dsp:spPr>
        <a:xfrm>
          <a:off x="2095848" y="597596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A5493-703C-4E8C-BF0E-5325D6CED8C6}">
      <dsp:nvSpPr>
        <dsp:cNvPr id="0" name=""/>
        <dsp:cNvSpPr/>
      </dsp:nvSpPr>
      <dsp:spPr>
        <a:xfrm>
          <a:off x="2572860" y="597596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A1B96-BE90-4615-9C9C-C44950F42420}">
      <dsp:nvSpPr>
        <dsp:cNvPr id="0" name=""/>
        <dsp:cNvSpPr/>
      </dsp:nvSpPr>
      <dsp:spPr>
        <a:xfrm>
          <a:off x="3049872" y="597596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EB7FB-7D25-450F-B919-1AFE0F32159C}">
      <dsp:nvSpPr>
        <dsp:cNvPr id="0" name=""/>
        <dsp:cNvSpPr/>
      </dsp:nvSpPr>
      <dsp:spPr>
        <a:xfrm>
          <a:off x="187800" y="708713"/>
          <a:ext cx="3380400" cy="307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 Session management via </a:t>
          </a:r>
          <a:r>
            <a:rPr lang="en-IN" sz="1000" kern="1200" dirty="0" err="1"/>
            <a:t>Streamlit</a:t>
          </a:r>
          <a:endParaRPr lang="en-IN" sz="1000" kern="1200" dirty="0"/>
        </a:p>
      </dsp:txBody>
      <dsp:txXfrm>
        <a:off x="187800" y="708713"/>
        <a:ext cx="3380400" cy="307309"/>
      </dsp:txXfrm>
    </dsp:sp>
    <dsp:sp modelId="{5BD589A3-216A-433E-AEFA-C89022CF590A}">
      <dsp:nvSpPr>
        <dsp:cNvPr id="0" name=""/>
        <dsp:cNvSpPr/>
      </dsp:nvSpPr>
      <dsp:spPr>
        <a:xfrm>
          <a:off x="187800" y="1016023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251FF-829D-4FC9-9976-2E1DBED75F46}">
      <dsp:nvSpPr>
        <dsp:cNvPr id="0" name=""/>
        <dsp:cNvSpPr/>
      </dsp:nvSpPr>
      <dsp:spPr>
        <a:xfrm>
          <a:off x="664812" y="1016023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A47F1-D6A0-4B80-8141-7C8AAD7D250C}">
      <dsp:nvSpPr>
        <dsp:cNvPr id="0" name=""/>
        <dsp:cNvSpPr/>
      </dsp:nvSpPr>
      <dsp:spPr>
        <a:xfrm>
          <a:off x="1141824" y="1016023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2D98A-22A7-4119-A994-E328ECD369F7}">
      <dsp:nvSpPr>
        <dsp:cNvPr id="0" name=""/>
        <dsp:cNvSpPr/>
      </dsp:nvSpPr>
      <dsp:spPr>
        <a:xfrm>
          <a:off x="1618836" y="1016023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465E6E-DE1E-4B8F-BEE9-BFB1F5B269AF}">
      <dsp:nvSpPr>
        <dsp:cNvPr id="0" name=""/>
        <dsp:cNvSpPr/>
      </dsp:nvSpPr>
      <dsp:spPr>
        <a:xfrm>
          <a:off x="2095848" y="1016023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EB587F-D730-4E7D-8CBA-91EC2D79797C}">
      <dsp:nvSpPr>
        <dsp:cNvPr id="0" name=""/>
        <dsp:cNvSpPr/>
      </dsp:nvSpPr>
      <dsp:spPr>
        <a:xfrm>
          <a:off x="2572860" y="1016023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A0F72-6F39-473B-909C-CBC4B1386C5D}">
      <dsp:nvSpPr>
        <dsp:cNvPr id="0" name=""/>
        <dsp:cNvSpPr/>
      </dsp:nvSpPr>
      <dsp:spPr>
        <a:xfrm>
          <a:off x="3049872" y="1016023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BD8465-854E-4404-960E-29105EAC7A6C}">
      <dsp:nvSpPr>
        <dsp:cNvPr id="0" name=""/>
        <dsp:cNvSpPr/>
      </dsp:nvSpPr>
      <dsp:spPr>
        <a:xfrm>
          <a:off x="187800" y="1127140"/>
          <a:ext cx="3380400" cy="307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 Extensible: Add fields, swap AI models, extend risk     logic</a:t>
          </a:r>
        </a:p>
      </dsp:txBody>
      <dsp:txXfrm>
        <a:off x="187800" y="1127140"/>
        <a:ext cx="3380400" cy="307309"/>
      </dsp:txXfrm>
    </dsp:sp>
    <dsp:sp modelId="{23688CF7-947A-49D1-9D3D-01B1592E71E0}">
      <dsp:nvSpPr>
        <dsp:cNvPr id="0" name=""/>
        <dsp:cNvSpPr/>
      </dsp:nvSpPr>
      <dsp:spPr>
        <a:xfrm>
          <a:off x="187800" y="1434449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F2FC3-7F1E-4DD6-9788-07EEDFD7ADB5}">
      <dsp:nvSpPr>
        <dsp:cNvPr id="0" name=""/>
        <dsp:cNvSpPr/>
      </dsp:nvSpPr>
      <dsp:spPr>
        <a:xfrm>
          <a:off x="664812" y="1434449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28D10-51C9-4BC0-AE41-993E1B73BE3C}">
      <dsp:nvSpPr>
        <dsp:cNvPr id="0" name=""/>
        <dsp:cNvSpPr/>
      </dsp:nvSpPr>
      <dsp:spPr>
        <a:xfrm>
          <a:off x="1141824" y="1434449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D14F8-3331-4021-81C9-1E93A02E7C5B}">
      <dsp:nvSpPr>
        <dsp:cNvPr id="0" name=""/>
        <dsp:cNvSpPr/>
      </dsp:nvSpPr>
      <dsp:spPr>
        <a:xfrm>
          <a:off x="1618836" y="1434449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90E60-17A1-4428-AB25-9B1DFD5C7DFC}">
      <dsp:nvSpPr>
        <dsp:cNvPr id="0" name=""/>
        <dsp:cNvSpPr/>
      </dsp:nvSpPr>
      <dsp:spPr>
        <a:xfrm>
          <a:off x="2095848" y="1434449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5DC7D-AF54-487E-BE16-BD53940CD9FE}">
      <dsp:nvSpPr>
        <dsp:cNvPr id="0" name=""/>
        <dsp:cNvSpPr/>
      </dsp:nvSpPr>
      <dsp:spPr>
        <a:xfrm>
          <a:off x="2572860" y="1434449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5BFD4-3CB7-4CCD-9617-42FFB0DF3CE3}">
      <dsp:nvSpPr>
        <dsp:cNvPr id="0" name=""/>
        <dsp:cNvSpPr/>
      </dsp:nvSpPr>
      <dsp:spPr>
        <a:xfrm>
          <a:off x="3049872" y="1434449"/>
          <a:ext cx="450720" cy="75119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B95869-B6BA-4E16-893B-6718BEAC2943}">
      <dsp:nvSpPr>
        <dsp:cNvPr id="0" name=""/>
        <dsp:cNvSpPr/>
      </dsp:nvSpPr>
      <dsp:spPr>
        <a:xfrm>
          <a:off x="199533" y="197462"/>
          <a:ext cx="3591603" cy="326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 Authentication: Login, Signup, Forgot Password</a:t>
          </a:r>
        </a:p>
      </dsp:txBody>
      <dsp:txXfrm>
        <a:off x="199533" y="197462"/>
        <a:ext cx="3591603" cy="326509"/>
      </dsp:txXfrm>
    </dsp:sp>
    <dsp:sp modelId="{9E60DB47-28CD-47FB-98BF-66D039C51BE5}">
      <dsp:nvSpPr>
        <dsp:cNvPr id="0" name=""/>
        <dsp:cNvSpPr/>
      </dsp:nvSpPr>
      <dsp:spPr>
        <a:xfrm>
          <a:off x="199533" y="523972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12B8BB0-04A8-4909-9112-A96E516ADFFA}">
      <dsp:nvSpPr>
        <dsp:cNvPr id="0" name=""/>
        <dsp:cNvSpPr/>
      </dsp:nvSpPr>
      <dsp:spPr>
        <a:xfrm>
          <a:off x="706348" y="523972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34C67D3-8933-4834-9CB6-892C661E57AC}">
      <dsp:nvSpPr>
        <dsp:cNvPr id="0" name=""/>
        <dsp:cNvSpPr/>
      </dsp:nvSpPr>
      <dsp:spPr>
        <a:xfrm>
          <a:off x="1213163" y="523972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D8AF20D-576A-4BCE-8EDC-C35108E6411D}">
      <dsp:nvSpPr>
        <dsp:cNvPr id="0" name=""/>
        <dsp:cNvSpPr/>
      </dsp:nvSpPr>
      <dsp:spPr>
        <a:xfrm>
          <a:off x="1719979" y="523972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CF397B3-0A79-4C03-BE87-B6E1D8D472AC}">
      <dsp:nvSpPr>
        <dsp:cNvPr id="0" name=""/>
        <dsp:cNvSpPr/>
      </dsp:nvSpPr>
      <dsp:spPr>
        <a:xfrm>
          <a:off x="2226794" y="523972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0115E43-0842-47D9-98CF-8C442697EED8}">
      <dsp:nvSpPr>
        <dsp:cNvPr id="0" name=""/>
        <dsp:cNvSpPr/>
      </dsp:nvSpPr>
      <dsp:spPr>
        <a:xfrm>
          <a:off x="2733609" y="523972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0327C1D-2B57-4CD2-B1D4-33E168F6FD28}">
      <dsp:nvSpPr>
        <dsp:cNvPr id="0" name=""/>
        <dsp:cNvSpPr/>
      </dsp:nvSpPr>
      <dsp:spPr>
        <a:xfrm>
          <a:off x="3240424" y="523972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34999FE-2B6A-4774-9FB5-811E37E4B446}">
      <dsp:nvSpPr>
        <dsp:cNvPr id="0" name=""/>
        <dsp:cNvSpPr/>
      </dsp:nvSpPr>
      <dsp:spPr>
        <a:xfrm>
          <a:off x="199533" y="656536"/>
          <a:ext cx="3591603" cy="326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 Dashboard: Overview, Students, Alerts, Thresholds, Developer Notes</a:t>
          </a:r>
        </a:p>
      </dsp:txBody>
      <dsp:txXfrm>
        <a:off x="199533" y="656536"/>
        <a:ext cx="3591603" cy="326509"/>
      </dsp:txXfrm>
    </dsp:sp>
    <dsp:sp modelId="{521AF226-622D-4620-9862-54BEFB770C5A}">
      <dsp:nvSpPr>
        <dsp:cNvPr id="0" name=""/>
        <dsp:cNvSpPr/>
      </dsp:nvSpPr>
      <dsp:spPr>
        <a:xfrm>
          <a:off x="199533" y="983045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0B21A8-F646-4A25-8600-508E4882251C}">
      <dsp:nvSpPr>
        <dsp:cNvPr id="0" name=""/>
        <dsp:cNvSpPr/>
      </dsp:nvSpPr>
      <dsp:spPr>
        <a:xfrm>
          <a:off x="706348" y="983045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132F16-38AF-4A64-8EF4-E0E45E301F1C}">
      <dsp:nvSpPr>
        <dsp:cNvPr id="0" name=""/>
        <dsp:cNvSpPr/>
      </dsp:nvSpPr>
      <dsp:spPr>
        <a:xfrm>
          <a:off x="1213163" y="983045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C2F2925-D48B-4699-93D7-33AEE5ED5131}">
      <dsp:nvSpPr>
        <dsp:cNvPr id="0" name=""/>
        <dsp:cNvSpPr/>
      </dsp:nvSpPr>
      <dsp:spPr>
        <a:xfrm>
          <a:off x="1719979" y="983045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101269B-1FAB-40F2-9B11-14AAC79556AE}">
      <dsp:nvSpPr>
        <dsp:cNvPr id="0" name=""/>
        <dsp:cNvSpPr/>
      </dsp:nvSpPr>
      <dsp:spPr>
        <a:xfrm>
          <a:off x="2226794" y="983045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C34200B-FA5E-4CB2-AEA9-6E8561FD9055}">
      <dsp:nvSpPr>
        <dsp:cNvPr id="0" name=""/>
        <dsp:cNvSpPr/>
      </dsp:nvSpPr>
      <dsp:spPr>
        <a:xfrm>
          <a:off x="2733609" y="983045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159CCEA-3160-423C-A29C-216020B22DEE}">
      <dsp:nvSpPr>
        <dsp:cNvPr id="0" name=""/>
        <dsp:cNvSpPr/>
      </dsp:nvSpPr>
      <dsp:spPr>
        <a:xfrm>
          <a:off x="3240424" y="983045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D0D1666-ADF7-40FC-9378-570EBD1A77A6}">
      <dsp:nvSpPr>
        <dsp:cNvPr id="0" name=""/>
        <dsp:cNvSpPr/>
      </dsp:nvSpPr>
      <dsp:spPr>
        <a:xfrm>
          <a:off x="199533" y="1115610"/>
          <a:ext cx="3591603" cy="326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 Risk Assessment: Low / Medium / High risk computation</a:t>
          </a:r>
        </a:p>
      </dsp:txBody>
      <dsp:txXfrm>
        <a:off x="199533" y="1115610"/>
        <a:ext cx="3591603" cy="326509"/>
      </dsp:txXfrm>
    </dsp:sp>
    <dsp:sp modelId="{1F28AC96-CD8A-4ECA-95C2-E39CE31F27EB}">
      <dsp:nvSpPr>
        <dsp:cNvPr id="0" name=""/>
        <dsp:cNvSpPr/>
      </dsp:nvSpPr>
      <dsp:spPr>
        <a:xfrm>
          <a:off x="199533" y="1442119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31F093A-60D6-4A9A-9E1A-D594D1B0BB9C}">
      <dsp:nvSpPr>
        <dsp:cNvPr id="0" name=""/>
        <dsp:cNvSpPr/>
      </dsp:nvSpPr>
      <dsp:spPr>
        <a:xfrm>
          <a:off x="706348" y="1442119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C51AC3-23B6-42BC-A153-AF5A6A11FD31}">
      <dsp:nvSpPr>
        <dsp:cNvPr id="0" name=""/>
        <dsp:cNvSpPr/>
      </dsp:nvSpPr>
      <dsp:spPr>
        <a:xfrm>
          <a:off x="1213163" y="1442119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63AC584-0A4E-424D-866A-F38AF362C37F}">
      <dsp:nvSpPr>
        <dsp:cNvPr id="0" name=""/>
        <dsp:cNvSpPr/>
      </dsp:nvSpPr>
      <dsp:spPr>
        <a:xfrm>
          <a:off x="1719979" y="1442119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03CCE3C-91F2-46AB-AE58-A0C576D67ED2}">
      <dsp:nvSpPr>
        <dsp:cNvPr id="0" name=""/>
        <dsp:cNvSpPr/>
      </dsp:nvSpPr>
      <dsp:spPr>
        <a:xfrm>
          <a:off x="2226794" y="1442119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E644327-EE80-4870-A45F-94D00E3048E6}">
      <dsp:nvSpPr>
        <dsp:cNvPr id="0" name=""/>
        <dsp:cNvSpPr/>
      </dsp:nvSpPr>
      <dsp:spPr>
        <a:xfrm>
          <a:off x="2733609" y="1442119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244E0A0-ABB4-46DF-9536-F7A469576F5E}">
      <dsp:nvSpPr>
        <dsp:cNvPr id="0" name=""/>
        <dsp:cNvSpPr/>
      </dsp:nvSpPr>
      <dsp:spPr>
        <a:xfrm>
          <a:off x="3240424" y="1442119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858E573-AA6A-4EE7-986B-BA3DE040D358}">
      <dsp:nvSpPr>
        <dsp:cNvPr id="0" name=""/>
        <dsp:cNvSpPr/>
      </dsp:nvSpPr>
      <dsp:spPr>
        <a:xfrm>
          <a:off x="199533" y="1574683"/>
          <a:ext cx="3591603" cy="326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 AI Automation: GPT-2 intervention plans, TTS audio output</a:t>
          </a:r>
        </a:p>
      </dsp:txBody>
      <dsp:txXfrm>
        <a:off x="199533" y="1574683"/>
        <a:ext cx="3591603" cy="326509"/>
      </dsp:txXfrm>
    </dsp:sp>
    <dsp:sp modelId="{44EA8644-07F1-46B1-8BC0-1EEEFC55BA89}">
      <dsp:nvSpPr>
        <dsp:cNvPr id="0" name=""/>
        <dsp:cNvSpPr/>
      </dsp:nvSpPr>
      <dsp:spPr>
        <a:xfrm>
          <a:off x="199533" y="1901193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145A7BF-280A-4DFE-9AE8-ED4CEC3ED8C8}">
      <dsp:nvSpPr>
        <dsp:cNvPr id="0" name=""/>
        <dsp:cNvSpPr/>
      </dsp:nvSpPr>
      <dsp:spPr>
        <a:xfrm>
          <a:off x="706348" y="1901193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5F39298-938C-4494-990E-622C845394C7}">
      <dsp:nvSpPr>
        <dsp:cNvPr id="0" name=""/>
        <dsp:cNvSpPr/>
      </dsp:nvSpPr>
      <dsp:spPr>
        <a:xfrm>
          <a:off x="1213163" y="1901193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1B78D09-38D4-4945-8BEB-082374FFB38B}">
      <dsp:nvSpPr>
        <dsp:cNvPr id="0" name=""/>
        <dsp:cNvSpPr/>
      </dsp:nvSpPr>
      <dsp:spPr>
        <a:xfrm>
          <a:off x="1719979" y="1901193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5821EF-272B-4BE2-98AF-17C9D61D1103}">
      <dsp:nvSpPr>
        <dsp:cNvPr id="0" name=""/>
        <dsp:cNvSpPr/>
      </dsp:nvSpPr>
      <dsp:spPr>
        <a:xfrm>
          <a:off x="2226794" y="1901193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802AB2B-ABB7-4420-9E42-9B236D4BEC71}">
      <dsp:nvSpPr>
        <dsp:cNvPr id="0" name=""/>
        <dsp:cNvSpPr/>
      </dsp:nvSpPr>
      <dsp:spPr>
        <a:xfrm>
          <a:off x="2733609" y="1901193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F944EF3-C37B-4B07-A3B1-D24C2DEE35D3}">
      <dsp:nvSpPr>
        <dsp:cNvPr id="0" name=""/>
        <dsp:cNvSpPr/>
      </dsp:nvSpPr>
      <dsp:spPr>
        <a:xfrm>
          <a:off x="3240424" y="1901193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C67D31D-FF33-4715-980E-107D88F7423A}">
      <dsp:nvSpPr>
        <dsp:cNvPr id="0" name=""/>
        <dsp:cNvSpPr/>
      </dsp:nvSpPr>
      <dsp:spPr>
        <a:xfrm>
          <a:off x="199533" y="2033757"/>
          <a:ext cx="3591603" cy="326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 Student Management: Manual entry, CSV/Excel import, data merge</a:t>
          </a:r>
        </a:p>
      </dsp:txBody>
      <dsp:txXfrm>
        <a:off x="199533" y="2033757"/>
        <a:ext cx="3591603" cy="326509"/>
      </dsp:txXfrm>
    </dsp:sp>
    <dsp:sp modelId="{DBDFEAF7-40DF-46D9-863A-8FAA8FA6CE28}">
      <dsp:nvSpPr>
        <dsp:cNvPr id="0" name=""/>
        <dsp:cNvSpPr/>
      </dsp:nvSpPr>
      <dsp:spPr>
        <a:xfrm>
          <a:off x="199533" y="2360266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E2627B-B990-4A01-BA3B-7DE3370D0899}">
      <dsp:nvSpPr>
        <dsp:cNvPr id="0" name=""/>
        <dsp:cNvSpPr/>
      </dsp:nvSpPr>
      <dsp:spPr>
        <a:xfrm>
          <a:off x="706348" y="2360266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D3DC08E-A1B3-494C-8610-62598E077345}">
      <dsp:nvSpPr>
        <dsp:cNvPr id="0" name=""/>
        <dsp:cNvSpPr/>
      </dsp:nvSpPr>
      <dsp:spPr>
        <a:xfrm>
          <a:off x="1213163" y="2360266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FBD2829-A788-49C8-8B53-725A3945CE2A}">
      <dsp:nvSpPr>
        <dsp:cNvPr id="0" name=""/>
        <dsp:cNvSpPr/>
      </dsp:nvSpPr>
      <dsp:spPr>
        <a:xfrm>
          <a:off x="1719979" y="2360266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6F19846-C198-4328-A2BF-0885F9A7772A}">
      <dsp:nvSpPr>
        <dsp:cNvPr id="0" name=""/>
        <dsp:cNvSpPr/>
      </dsp:nvSpPr>
      <dsp:spPr>
        <a:xfrm>
          <a:off x="2226794" y="2360266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D5C22C3-EF8D-4FFC-B409-35AAA0DE3FCD}">
      <dsp:nvSpPr>
        <dsp:cNvPr id="0" name=""/>
        <dsp:cNvSpPr/>
      </dsp:nvSpPr>
      <dsp:spPr>
        <a:xfrm>
          <a:off x="2733609" y="2360266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53BFAE2-B267-46D3-968A-BCB1E31FB41F}">
      <dsp:nvSpPr>
        <dsp:cNvPr id="0" name=""/>
        <dsp:cNvSpPr/>
      </dsp:nvSpPr>
      <dsp:spPr>
        <a:xfrm>
          <a:off x="3240424" y="2360266"/>
          <a:ext cx="478880" cy="79813"/>
        </a:xfrm>
        <a:prstGeom prst="parallelogram">
          <a:avLst>
            <a:gd name="adj" fmla="val 1408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2357E6-3898-4BBA-B41A-2CC2D41E177F}">
      <dsp:nvSpPr>
        <dsp:cNvPr id="0" name=""/>
        <dsp:cNvSpPr/>
      </dsp:nvSpPr>
      <dsp:spPr>
        <a:xfrm>
          <a:off x="0" y="23263"/>
          <a:ext cx="3671018" cy="6364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Database-backed persistent storage</a:t>
          </a:r>
          <a:endParaRPr lang="en-IN" sz="1200" kern="1200" dirty="0"/>
        </a:p>
      </dsp:txBody>
      <dsp:txXfrm>
        <a:off x="31070" y="54333"/>
        <a:ext cx="3608878" cy="574340"/>
      </dsp:txXfrm>
    </dsp:sp>
    <dsp:sp modelId="{60D96C58-4F05-4060-BECC-1E2052B2044B}">
      <dsp:nvSpPr>
        <dsp:cNvPr id="0" name=""/>
        <dsp:cNvSpPr/>
      </dsp:nvSpPr>
      <dsp:spPr>
        <a:xfrm>
          <a:off x="0" y="757663"/>
          <a:ext cx="3671018" cy="6364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Role-based access control</a:t>
          </a:r>
          <a:endParaRPr lang="en-IN" sz="1200" kern="1200" dirty="0"/>
        </a:p>
      </dsp:txBody>
      <dsp:txXfrm>
        <a:off x="31070" y="788733"/>
        <a:ext cx="3608878" cy="574340"/>
      </dsp:txXfrm>
    </dsp:sp>
    <dsp:sp modelId="{F2DA4814-1B3D-4E52-87C3-C2F5C4A6DB24}">
      <dsp:nvSpPr>
        <dsp:cNvPr id="0" name=""/>
        <dsp:cNvSpPr/>
      </dsp:nvSpPr>
      <dsp:spPr>
        <a:xfrm>
          <a:off x="0" y="1492063"/>
          <a:ext cx="3671018" cy="6364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Real-time notifications for high-risk students</a:t>
          </a:r>
          <a:endParaRPr lang="en-IN" sz="1200" kern="1200" dirty="0"/>
        </a:p>
      </dsp:txBody>
      <dsp:txXfrm>
        <a:off x="31070" y="1523133"/>
        <a:ext cx="3608878" cy="574340"/>
      </dsp:txXfrm>
    </dsp:sp>
    <dsp:sp modelId="{CE5114D5-D58A-4A5B-B531-16772C3C494E}">
      <dsp:nvSpPr>
        <dsp:cNvPr id="0" name=""/>
        <dsp:cNvSpPr/>
      </dsp:nvSpPr>
      <dsp:spPr>
        <a:xfrm>
          <a:off x="0" y="2226463"/>
          <a:ext cx="3671018" cy="6364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Historical trend </a:t>
          </a:r>
          <a:r>
            <a:rPr lang="en-US" sz="1200" kern="1200" dirty="0"/>
            <a:t>analysis</a:t>
          </a:r>
          <a:endParaRPr lang="en-IN" sz="1200" kern="1200" dirty="0"/>
        </a:p>
      </dsp:txBody>
      <dsp:txXfrm>
        <a:off x="31070" y="2257533"/>
        <a:ext cx="3608878" cy="574340"/>
      </dsp:txXfrm>
    </dsp:sp>
    <dsp:sp modelId="{20DE32B9-595F-4545-B39B-0B805B133594}">
      <dsp:nvSpPr>
        <dsp:cNvPr id="0" name=""/>
        <dsp:cNvSpPr/>
      </dsp:nvSpPr>
      <dsp:spPr>
        <a:xfrm>
          <a:off x="0" y="2960863"/>
          <a:ext cx="3671018" cy="6364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Advanced AI models for interventions</a:t>
          </a:r>
          <a:endParaRPr lang="en-IN" sz="1200" kern="1200" dirty="0"/>
        </a:p>
      </dsp:txBody>
      <dsp:txXfrm>
        <a:off x="31070" y="2991933"/>
        <a:ext cx="3608878" cy="5743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1B82A2-D821-4931-8FCD-099CFD4F7A50}">
      <dsp:nvSpPr>
        <dsp:cNvPr id="0" name=""/>
        <dsp:cNvSpPr/>
      </dsp:nvSpPr>
      <dsp:spPr>
        <a:xfrm>
          <a:off x="0" y="23906"/>
          <a:ext cx="3744162" cy="617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Academic Mentors: Monitor &amp; intervene with students</a:t>
          </a:r>
          <a:endParaRPr lang="en-IN" sz="1200" kern="1200" dirty="0"/>
        </a:p>
      </dsp:txBody>
      <dsp:txXfrm>
        <a:off x="30157" y="54063"/>
        <a:ext cx="3683848" cy="557446"/>
      </dsp:txXfrm>
    </dsp:sp>
    <dsp:sp modelId="{6D977F36-4887-432B-892C-F2107D6F5D06}">
      <dsp:nvSpPr>
        <dsp:cNvPr id="0" name=""/>
        <dsp:cNvSpPr/>
      </dsp:nvSpPr>
      <dsp:spPr>
        <a:xfrm>
          <a:off x="0" y="736706"/>
          <a:ext cx="3744162" cy="617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Student Counsellors: Identify at-risk students</a:t>
          </a:r>
          <a:endParaRPr lang="en-IN" sz="1200" kern="1200" dirty="0"/>
        </a:p>
      </dsp:txBody>
      <dsp:txXfrm>
        <a:off x="30157" y="766863"/>
        <a:ext cx="3683848" cy="557446"/>
      </dsp:txXfrm>
    </dsp:sp>
    <dsp:sp modelId="{5D4DE93D-B51B-4E40-9D90-FEA1CE2A0FB4}">
      <dsp:nvSpPr>
        <dsp:cNvPr id="0" name=""/>
        <dsp:cNvSpPr/>
      </dsp:nvSpPr>
      <dsp:spPr>
        <a:xfrm>
          <a:off x="0" y="1449507"/>
          <a:ext cx="3744162" cy="617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Academic Managers: Oversee risk trends</a:t>
          </a:r>
          <a:endParaRPr lang="en-IN" sz="1200" kern="1200" dirty="0"/>
        </a:p>
      </dsp:txBody>
      <dsp:txXfrm>
        <a:off x="30157" y="1479664"/>
        <a:ext cx="3683848" cy="557446"/>
      </dsp:txXfrm>
    </dsp:sp>
    <dsp:sp modelId="{C0DDF34A-792D-41E3-ACA7-FB0B13BA0929}">
      <dsp:nvSpPr>
        <dsp:cNvPr id="0" name=""/>
        <dsp:cNvSpPr/>
      </dsp:nvSpPr>
      <dsp:spPr>
        <a:xfrm>
          <a:off x="0" y="2162307"/>
          <a:ext cx="3744162" cy="617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Administrative Staff: Manage student data</a:t>
          </a:r>
          <a:endParaRPr lang="en-IN" sz="1200" kern="1200" dirty="0"/>
        </a:p>
      </dsp:txBody>
      <dsp:txXfrm>
        <a:off x="30157" y="2192464"/>
        <a:ext cx="3683848" cy="55744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AD8F33-3991-4186-ACEE-75D4F61FB0BF}">
      <dsp:nvSpPr>
        <dsp:cNvPr id="0" name=""/>
        <dsp:cNvSpPr/>
      </dsp:nvSpPr>
      <dsp:spPr>
        <a:xfrm>
          <a:off x="0" y="23906"/>
          <a:ext cx="3850816" cy="617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Early detection of potential dropouts</a:t>
          </a:r>
          <a:endParaRPr lang="en-IN" sz="1200" kern="1200" dirty="0"/>
        </a:p>
      </dsp:txBody>
      <dsp:txXfrm>
        <a:off x="30157" y="54063"/>
        <a:ext cx="3790502" cy="557446"/>
      </dsp:txXfrm>
    </dsp:sp>
    <dsp:sp modelId="{4CDBB62B-0539-4A56-9553-FDDC496E6437}">
      <dsp:nvSpPr>
        <dsp:cNvPr id="0" name=""/>
        <dsp:cNvSpPr/>
      </dsp:nvSpPr>
      <dsp:spPr>
        <a:xfrm>
          <a:off x="0" y="736706"/>
          <a:ext cx="3850816" cy="617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Personalized AI-driven mentoring</a:t>
          </a:r>
          <a:endParaRPr lang="en-IN" sz="1200" kern="1200" dirty="0"/>
        </a:p>
      </dsp:txBody>
      <dsp:txXfrm>
        <a:off x="30157" y="766863"/>
        <a:ext cx="3790502" cy="557446"/>
      </dsp:txXfrm>
    </dsp:sp>
    <dsp:sp modelId="{EB75303E-498D-4804-88CD-F2A901D622C4}">
      <dsp:nvSpPr>
        <dsp:cNvPr id="0" name=""/>
        <dsp:cNvSpPr/>
      </dsp:nvSpPr>
      <dsp:spPr>
        <a:xfrm>
          <a:off x="0" y="1449507"/>
          <a:ext cx="3850816" cy="617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Better student engagement &amp; support</a:t>
          </a:r>
          <a:endParaRPr lang="en-IN" sz="1200" kern="1200" dirty="0"/>
        </a:p>
      </dsp:txBody>
      <dsp:txXfrm>
        <a:off x="30157" y="1479664"/>
        <a:ext cx="3790502" cy="557446"/>
      </dsp:txXfrm>
    </dsp:sp>
    <dsp:sp modelId="{63A9C949-1B7C-455F-BCA3-01ADB67EF220}">
      <dsp:nvSpPr>
        <dsp:cNvPr id="0" name=""/>
        <dsp:cNvSpPr/>
      </dsp:nvSpPr>
      <dsp:spPr>
        <a:xfrm>
          <a:off x="0" y="2162307"/>
          <a:ext cx="3850816" cy="617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Data-driven decision making for institutions</a:t>
          </a:r>
          <a:endParaRPr lang="en-IN" sz="1200" kern="1200" dirty="0"/>
        </a:p>
      </dsp:txBody>
      <dsp:txXfrm>
        <a:off x="30157" y="2192464"/>
        <a:ext cx="3790502" cy="55744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06271-598C-4C0B-B7F5-C250819A58F4}">
      <dsp:nvSpPr>
        <dsp:cNvPr id="0" name=""/>
        <dsp:cNvSpPr/>
      </dsp:nvSpPr>
      <dsp:spPr>
        <a:xfrm>
          <a:off x="0" y="859727"/>
          <a:ext cx="5977719" cy="1216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Student Dropout Prediction Dashboard combines AI, data visualization, and risk analytics to proactively identify at-risk students and provide timely interventions. It empowers institutions to reduce dropout rates and improve student success</a:t>
          </a:r>
          <a:endParaRPr lang="en-IN" sz="1200" kern="1200" dirty="0"/>
        </a:p>
      </dsp:txBody>
      <dsp:txXfrm>
        <a:off x="59399" y="919126"/>
        <a:ext cx="5858921" cy="109800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B0C21F-4374-43CF-9B4D-070751562EEF}">
      <dsp:nvSpPr>
        <dsp:cNvPr id="0" name=""/>
        <dsp:cNvSpPr/>
      </dsp:nvSpPr>
      <dsp:spPr>
        <a:xfrm>
          <a:off x="271822" y="488338"/>
          <a:ext cx="5410840" cy="127520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Research papers, articles, websites related to AI in education</a:t>
          </a:r>
          <a:br>
            <a:rPr lang="en-US" sz="1600" b="1" kern="1200" dirty="0"/>
          </a:br>
          <a:br>
            <a:rPr lang="en-US" sz="1600" b="1" kern="1200" dirty="0"/>
          </a:br>
          <a:endParaRPr lang="en-IN" sz="1600" kern="1200" dirty="0"/>
        </a:p>
      </dsp:txBody>
      <dsp:txXfrm>
        <a:off x="334072" y="550588"/>
        <a:ext cx="5286340" cy="115070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86739-5464-4B99-84BB-9C05F33CEF7B}">
      <dsp:nvSpPr>
        <dsp:cNvPr id="0" name=""/>
        <dsp:cNvSpPr/>
      </dsp:nvSpPr>
      <dsp:spPr>
        <a:xfrm>
          <a:off x="0" y="20433"/>
          <a:ext cx="4147782" cy="8611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• Interactive Dashboard: Overview &amp; student-level insights</a:t>
          </a:r>
        </a:p>
      </dsp:txBody>
      <dsp:txXfrm>
        <a:off x="42036" y="62469"/>
        <a:ext cx="4063710" cy="777048"/>
      </dsp:txXfrm>
    </dsp:sp>
    <dsp:sp modelId="{3EBE86FD-08FC-40D3-91ED-291FBF93DEDD}">
      <dsp:nvSpPr>
        <dsp:cNvPr id="0" name=""/>
        <dsp:cNvSpPr/>
      </dsp:nvSpPr>
      <dsp:spPr>
        <a:xfrm>
          <a:off x="0" y="1014033"/>
          <a:ext cx="4147782" cy="8611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• Risk Engine: Configurable thresholds &amp; AI-assisted interventions</a:t>
          </a:r>
        </a:p>
      </dsp:txBody>
      <dsp:txXfrm>
        <a:off x="42036" y="1056069"/>
        <a:ext cx="4063710" cy="777048"/>
      </dsp:txXfrm>
    </dsp:sp>
    <dsp:sp modelId="{7FCD1998-8D01-413E-97CA-7B0C30BE0D4E}">
      <dsp:nvSpPr>
        <dsp:cNvPr id="0" name=""/>
        <dsp:cNvSpPr/>
      </dsp:nvSpPr>
      <dsp:spPr>
        <a:xfrm>
          <a:off x="0" y="2007633"/>
          <a:ext cx="4147782" cy="8611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• Data Management: Manual entry &amp; bulk import</a:t>
          </a:r>
        </a:p>
      </dsp:txBody>
      <dsp:txXfrm>
        <a:off x="42036" y="2049669"/>
        <a:ext cx="4063710" cy="777048"/>
      </dsp:txXfrm>
    </dsp:sp>
    <dsp:sp modelId="{E5A9C2F8-84EB-45BE-B7CE-53EC32A4EA3D}">
      <dsp:nvSpPr>
        <dsp:cNvPr id="0" name=""/>
        <dsp:cNvSpPr/>
      </dsp:nvSpPr>
      <dsp:spPr>
        <a:xfrm>
          <a:off x="0" y="3001233"/>
          <a:ext cx="4147782" cy="8611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• Visually Engaging: Animations, charts, radar plots</a:t>
          </a:r>
        </a:p>
      </dsp:txBody>
      <dsp:txXfrm>
        <a:off x="42036" y="3043269"/>
        <a:ext cx="4063710" cy="7770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diagramQuickStyle" Target="../diagrams/quickStyle3.xml"/><Relationship Id="rId5" Type="http://schemas.openxmlformats.org/officeDocument/2006/relationships/image" Target="../media/image5.jpeg"/><Relationship Id="rId10" Type="http://schemas.openxmlformats.org/officeDocument/2006/relationships/diagramLayout" Target="../diagrams/layout3.xml"/><Relationship Id="rId4" Type="http://schemas.openxmlformats.org/officeDocument/2006/relationships/image" Target="../media/image4.png"/><Relationship Id="rId9" Type="http://schemas.openxmlformats.org/officeDocument/2006/relationships/diagramData" Target="../diagrams/data3.xml"/><Relationship Id="rId1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microsoft.com/office/2007/relationships/diagramDrawing" Target="../diagrams/drawing5.xml"/><Relationship Id="rId18" Type="http://schemas.microsoft.com/office/2007/relationships/diagramDrawing" Target="../diagrams/drawing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12" Type="http://schemas.openxmlformats.org/officeDocument/2006/relationships/diagramColors" Target="../diagrams/colors5.xml"/><Relationship Id="rId17" Type="http://schemas.openxmlformats.org/officeDocument/2006/relationships/diagramColors" Target="../diagrams/colors6.xml"/><Relationship Id="rId2" Type="http://schemas.openxmlformats.org/officeDocument/2006/relationships/notesSlide" Target="../notesSlides/notesSlide3.xml"/><Relationship Id="rId16" Type="http://schemas.openxmlformats.org/officeDocument/2006/relationships/diagramQuickStyle" Target="../diagrams/quickStyl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11" Type="http://schemas.openxmlformats.org/officeDocument/2006/relationships/diagramQuickStyle" Target="../diagrams/quickStyle5.xml"/><Relationship Id="rId5" Type="http://schemas.openxmlformats.org/officeDocument/2006/relationships/diagramLayout" Target="../diagrams/layout4.xml"/><Relationship Id="rId15" Type="http://schemas.openxmlformats.org/officeDocument/2006/relationships/diagramLayout" Target="../diagrams/layout6.xml"/><Relationship Id="rId10" Type="http://schemas.openxmlformats.org/officeDocument/2006/relationships/diagramLayout" Target="../diagrams/layout5.xml"/><Relationship Id="rId19" Type="http://schemas.openxmlformats.org/officeDocument/2006/relationships/image" Target="../media/image3.png"/><Relationship Id="rId4" Type="http://schemas.openxmlformats.org/officeDocument/2006/relationships/diagramData" Target="../diagrams/data4.xml"/><Relationship Id="rId9" Type="http://schemas.openxmlformats.org/officeDocument/2006/relationships/diagramData" Target="../diagrams/data5.xml"/><Relationship Id="rId14" Type="http://schemas.openxmlformats.org/officeDocument/2006/relationships/diagramData" Target="../diagrams/data6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13" Type="http://schemas.microsoft.com/office/2007/relationships/diagramDrawing" Target="../diagrams/drawing8.xml"/><Relationship Id="rId18" Type="http://schemas.microsoft.com/office/2007/relationships/diagramDrawing" Target="../diagrams/drawing9.xml"/><Relationship Id="rId3" Type="http://schemas.openxmlformats.org/officeDocument/2006/relationships/image" Target="../media/image2.png"/><Relationship Id="rId21" Type="http://schemas.openxmlformats.org/officeDocument/2006/relationships/diagramLayout" Target="../diagrams/layout10.xml"/><Relationship Id="rId7" Type="http://schemas.openxmlformats.org/officeDocument/2006/relationships/diagramColors" Target="../diagrams/colors7.xml"/><Relationship Id="rId12" Type="http://schemas.openxmlformats.org/officeDocument/2006/relationships/diagramColors" Target="../diagrams/colors8.xml"/><Relationship Id="rId17" Type="http://schemas.openxmlformats.org/officeDocument/2006/relationships/diagramColors" Target="../diagrams/colors9.xml"/><Relationship Id="rId2" Type="http://schemas.openxmlformats.org/officeDocument/2006/relationships/notesSlide" Target="../notesSlides/notesSlide4.xml"/><Relationship Id="rId16" Type="http://schemas.openxmlformats.org/officeDocument/2006/relationships/diagramQuickStyle" Target="../diagrams/quickStyle9.xml"/><Relationship Id="rId20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11" Type="http://schemas.openxmlformats.org/officeDocument/2006/relationships/diagramQuickStyle" Target="../diagrams/quickStyle8.xml"/><Relationship Id="rId24" Type="http://schemas.microsoft.com/office/2007/relationships/diagramDrawing" Target="../diagrams/drawing10.xml"/><Relationship Id="rId5" Type="http://schemas.openxmlformats.org/officeDocument/2006/relationships/diagramLayout" Target="../diagrams/layout7.xml"/><Relationship Id="rId15" Type="http://schemas.openxmlformats.org/officeDocument/2006/relationships/diagramLayout" Target="../diagrams/layout9.xml"/><Relationship Id="rId23" Type="http://schemas.openxmlformats.org/officeDocument/2006/relationships/diagramColors" Target="../diagrams/colors10.xml"/><Relationship Id="rId10" Type="http://schemas.openxmlformats.org/officeDocument/2006/relationships/diagramLayout" Target="../diagrams/layout8.xml"/><Relationship Id="rId19" Type="http://schemas.openxmlformats.org/officeDocument/2006/relationships/image" Target="../media/image3.png"/><Relationship Id="rId4" Type="http://schemas.openxmlformats.org/officeDocument/2006/relationships/diagramData" Target="../diagrams/data7.xml"/><Relationship Id="rId9" Type="http://schemas.openxmlformats.org/officeDocument/2006/relationships/diagramData" Target="../diagrams/data8.xml"/><Relationship Id="rId14" Type="http://schemas.openxmlformats.org/officeDocument/2006/relationships/diagramData" Target="../diagrams/data9.xml"/><Relationship Id="rId22" Type="http://schemas.openxmlformats.org/officeDocument/2006/relationships/diagramQuickStyle" Target="../diagrams/quickStyle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diagramColors" Target="../diagrams/colors12.xm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openxmlformats.org/officeDocument/2006/relationships/diagramQuickStyle" Target="../diagrams/quickStyle1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openxmlformats.org/officeDocument/2006/relationships/diagramLayout" Target="../diagrams/layout12.xml"/><Relationship Id="rId5" Type="http://schemas.openxmlformats.org/officeDocument/2006/relationships/diagramQuickStyle" Target="../diagrams/quickStyle11.xml"/><Relationship Id="rId10" Type="http://schemas.openxmlformats.org/officeDocument/2006/relationships/diagramData" Target="../diagrams/data12.xml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png"/><Relationship Id="rId14" Type="http://schemas.microsoft.com/office/2007/relationships/diagramDrawing" Target="../diagrams/drawin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13462" y="629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8028" y="1864544"/>
            <a:ext cx="6784724" cy="288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25102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AI-Powered risk detection and mentorship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Mistri coders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DA45B4-BD89-FC9B-5BCE-7AD9DCF9A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92" y="238678"/>
            <a:ext cx="1070941" cy="10709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73284" y="55997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Student dropout prediction dashboard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63690C1-DA9B-3910-C2BC-B233358222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4724762"/>
              </p:ext>
            </p:extLst>
          </p:nvPr>
        </p:nvGraphicFramePr>
        <p:xfrm>
          <a:off x="730514" y="1591694"/>
          <a:ext cx="4790006" cy="3744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8FE353E-58C0-492F-F5F8-E4F61330DE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7284271"/>
              </p:ext>
            </p:extLst>
          </p:nvPr>
        </p:nvGraphicFramePr>
        <p:xfrm>
          <a:off x="6365792" y="1591694"/>
          <a:ext cx="4790006" cy="3744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91F9CECA-C164-99C1-7412-86C56B3365E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7992" y="238678"/>
            <a:ext cx="1070941" cy="10709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018199" y="0"/>
            <a:ext cx="4130843" cy="807334"/>
          </a:xfrm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E5DB78A-514A-20E8-30A0-92EBAB165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393" y="1811044"/>
            <a:ext cx="1427947" cy="57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reamlit Part 4: Mastering Media ...">
            <a:extLst>
              <a:ext uri="{FF2B5EF4-FFF2-40B4-BE49-F238E27FC236}">
                <a16:creationId xmlns:a16="http://schemas.microsoft.com/office/drawing/2014/main" id="{350E0699-ACDE-0D23-1E4D-145B24A0F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580" y="981673"/>
            <a:ext cx="1331693" cy="79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umPy logo refresh · Issue #37 · numpy/numpy.org">
            <a:extLst>
              <a:ext uri="{FF2B5EF4-FFF2-40B4-BE49-F238E27FC236}">
                <a16:creationId xmlns:a16="http://schemas.microsoft.com/office/drawing/2014/main" id="{D157D16F-8A07-01E6-FD16-10D59ECCF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274" y="1776606"/>
            <a:ext cx="693347" cy="69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icrosoft Azure Marketplace">
            <a:extLst>
              <a:ext uri="{FF2B5EF4-FFF2-40B4-BE49-F238E27FC236}">
                <a16:creationId xmlns:a16="http://schemas.microsoft.com/office/drawing/2014/main" id="{F6295EB4-52EF-0EFA-E3C1-D06CC9D8D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684" y="910942"/>
            <a:ext cx="794933" cy="79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yttsx3 2.98 - Text to Speech (TTS ...">
            <a:extLst>
              <a:ext uri="{FF2B5EF4-FFF2-40B4-BE49-F238E27FC236}">
                <a16:creationId xmlns:a16="http://schemas.microsoft.com/office/drawing/2014/main" id="{3B739925-408C-D2F4-8A53-42E9F2A51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274" y="2431392"/>
            <a:ext cx="2275305" cy="99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C8362F-366F-BD35-983C-FF243B86AE70}"/>
              </a:ext>
            </a:extLst>
          </p:cNvPr>
          <p:cNvSpPr txBox="1"/>
          <p:nvPr/>
        </p:nvSpPr>
        <p:spPr>
          <a:xfrm>
            <a:off x="1763192" y="2102869"/>
            <a:ext cx="1692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Libraries :</a:t>
            </a:r>
            <a:endParaRPr lang="en-IN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53F34-9CA1-3A3A-3B1D-5F4B93634ED0}"/>
              </a:ext>
            </a:extLst>
          </p:cNvPr>
          <p:cNvSpPr txBox="1"/>
          <p:nvPr/>
        </p:nvSpPr>
        <p:spPr>
          <a:xfrm>
            <a:off x="1673430" y="3858158"/>
            <a:ext cx="458231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 Data Storage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: In-memory (St. Session state)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200" b="1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 Caching: 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AI model &amp; TTS engine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2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Visualization: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 Interactive charts &amp; tables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200" b="1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 Error Handling: 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Missing columns, numeric type consistency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377032-BA26-C9DC-AB16-96262B69EDFA}"/>
              </a:ext>
            </a:extLst>
          </p:cNvPr>
          <p:cNvSpPr/>
          <p:nvPr/>
        </p:nvSpPr>
        <p:spPr>
          <a:xfrm>
            <a:off x="1631338" y="650639"/>
            <a:ext cx="4666505" cy="5344772"/>
          </a:xfrm>
          <a:prstGeom prst="roundRect">
            <a:avLst/>
          </a:prstGeom>
          <a:noFill/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1D9C08D1-85E3-61A2-C58C-55BFF07BCC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4758929"/>
              </p:ext>
            </p:extLst>
          </p:nvPr>
        </p:nvGraphicFramePr>
        <p:xfrm>
          <a:off x="6577370" y="442595"/>
          <a:ext cx="5263463" cy="5791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2814F16F-4054-E6EB-0157-73EA2BF0AA7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7992" y="238678"/>
            <a:ext cx="1070941" cy="10709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7700EBE-0867-562F-75B0-CB4A0E42AF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8264713"/>
              </p:ext>
            </p:extLst>
          </p:nvPr>
        </p:nvGraphicFramePr>
        <p:xfrm>
          <a:off x="313444" y="1179965"/>
          <a:ext cx="7400304" cy="5574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6F8311E-919A-78F8-3BA5-DFE99A5911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6070524"/>
              </p:ext>
            </p:extLst>
          </p:nvPr>
        </p:nvGraphicFramePr>
        <p:xfrm>
          <a:off x="8109429" y="1378235"/>
          <a:ext cx="3756000" cy="1799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22" name="Title 1">
            <a:extLst>
              <a:ext uri="{FF2B5EF4-FFF2-40B4-BE49-F238E27FC236}">
                <a16:creationId xmlns:a16="http://schemas.microsoft.com/office/drawing/2014/main" id="{ED80B4C7-1BBF-A208-7EF4-D879FD0C680D}"/>
              </a:ext>
            </a:extLst>
          </p:cNvPr>
          <p:cNvSpPr txBox="1">
            <a:spLocks/>
          </p:cNvSpPr>
          <p:nvPr/>
        </p:nvSpPr>
        <p:spPr bwMode="auto">
          <a:xfrm>
            <a:off x="8329522" y="993113"/>
            <a:ext cx="3315813" cy="807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Security and scalability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47EDFC-80C3-5A06-4367-7B082F4D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ECFEAE7D-5734-76A2-109C-2891C51ED1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611067"/>
              </p:ext>
            </p:extLst>
          </p:nvPr>
        </p:nvGraphicFramePr>
        <p:xfrm>
          <a:off x="7929157" y="3679909"/>
          <a:ext cx="3990671" cy="2637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49C30F3D-0789-9F33-2A74-EB9C16FF2364}"/>
              </a:ext>
            </a:extLst>
          </p:cNvPr>
          <p:cNvSpPr txBox="1">
            <a:spLocks/>
          </p:cNvSpPr>
          <p:nvPr/>
        </p:nvSpPr>
        <p:spPr bwMode="auto">
          <a:xfrm>
            <a:off x="8329522" y="3292640"/>
            <a:ext cx="3315813" cy="807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Key features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F4D67D-6392-B1BF-BFB1-DC8242D30C6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7992" y="238678"/>
            <a:ext cx="1070941" cy="10709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717C439-6462-9770-515C-CBD1F7BC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 and benefits</a:t>
            </a:r>
            <a:endParaRPr lang="en-IN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373A4DDA-3ACC-BEAA-248D-293A48B53D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9041963"/>
              </p:ext>
            </p:extLst>
          </p:nvPr>
        </p:nvGraphicFramePr>
        <p:xfrm>
          <a:off x="8299511" y="1509857"/>
          <a:ext cx="3671018" cy="36206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90D8F1E-FBE2-8F19-5609-492EC95A8C8F}"/>
              </a:ext>
            </a:extLst>
          </p:cNvPr>
          <p:cNvSpPr txBox="1"/>
          <p:nvPr/>
        </p:nvSpPr>
        <p:spPr>
          <a:xfrm>
            <a:off x="8615738" y="1157619"/>
            <a:ext cx="3576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27393E71-FC67-6C9E-63C8-7CE3FF1FFA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4061707"/>
              </p:ext>
            </p:extLst>
          </p:nvPr>
        </p:nvGraphicFramePr>
        <p:xfrm>
          <a:off x="4294131" y="1589102"/>
          <a:ext cx="3744162" cy="2803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B8F57FD-6F2E-0EC6-0373-3CA3C6D711D5}"/>
              </a:ext>
            </a:extLst>
          </p:cNvPr>
          <p:cNvSpPr txBox="1"/>
          <p:nvPr/>
        </p:nvSpPr>
        <p:spPr>
          <a:xfrm>
            <a:off x="4683217" y="1179965"/>
            <a:ext cx="304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056DDFB9-C7CA-D527-AA93-A11F8AD573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5274206"/>
              </p:ext>
            </p:extLst>
          </p:nvPr>
        </p:nvGraphicFramePr>
        <p:xfrm>
          <a:off x="182097" y="1550303"/>
          <a:ext cx="3850816" cy="2803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E98AD31-2661-0675-FBCF-B95283C6AE54}"/>
              </a:ext>
            </a:extLst>
          </p:cNvPr>
          <p:cNvSpPr txBox="1"/>
          <p:nvPr/>
        </p:nvSpPr>
        <p:spPr>
          <a:xfrm>
            <a:off x="329773" y="1140525"/>
            <a:ext cx="304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E0A201D-6162-EE54-7088-CC43CC836DE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7992" y="238678"/>
            <a:ext cx="1070941" cy="10709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D3112235-C1E5-DD9E-E18E-4C2AFFF898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7850227"/>
              </p:ext>
            </p:extLst>
          </p:nvPr>
        </p:nvGraphicFramePr>
        <p:xfrm>
          <a:off x="1305271" y="4110446"/>
          <a:ext cx="5977719" cy="29075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FDCABF6-E89F-D478-CA60-68A743A08C6E}"/>
              </a:ext>
            </a:extLst>
          </p:cNvPr>
          <p:cNvSpPr txBox="1"/>
          <p:nvPr/>
        </p:nvSpPr>
        <p:spPr>
          <a:xfrm>
            <a:off x="2844056" y="4511975"/>
            <a:ext cx="2900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0CA7DC8C-D001-42E5-A939-44CFD1CECA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4966935"/>
              </p:ext>
            </p:extLst>
          </p:nvPr>
        </p:nvGraphicFramePr>
        <p:xfrm>
          <a:off x="6183058" y="2303059"/>
          <a:ext cx="5954485" cy="2251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5"/>
          <p:cNvSpPr txBox="1">
            <a:spLocks/>
          </p:cNvSpPr>
          <p:nvPr/>
        </p:nvSpPr>
        <p:spPr>
          <a:xfrm>
            <a:off x="8785367" y="4102822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6</a:t>
            </a:fld>
            <a:endParaRPr lang="en-US" b="1" dirty="0">
              <a:solidFill>
                <a:prstClr val="white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38BBB3-DF1E-2001-4B09-FE27109434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7992" y="238678"/>
            <a:ext cx="1070941" cy="10709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594F44C7-4D03-732E-3B19-647845199E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7054544"/>
              </p:ext>
            </p:extLst>
          </p:nvPr>
        </p:nvGraphicFramePr>
        <p:xfrm>
          <a:off x="649406" y="1842448"/>
          <a:ext cx="4147782" cy="3882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1D4101F-7758-ECF5-6EDB-0AD2F50143A9}"/>
              </a:ext>
            </a:extLst>
          </p:cNvPr>
          <p:cNvSpPr txBox="1"/>
          <p:nvPr/>
        </p:nvSpPr>
        <p:spPr>
          <a:xfrm>
            <a:off x="7710225" y="2340714"/>
            <a:ext cx="2900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IN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C256D4-2B20-AEA5-7121-302813C028D9}"/>
              </a:ext>
            </a:extLst>
          </p:cNvPr>
          <p:cNvSpPr txBox="1"/>
          <p:nvPr/>
        </p:nvSpPr>
        <p:spPr>
          <a:xfrm>
            <a:off x="1348933" y="1312607"/>
            <a:ext cx="2900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</a:t>
            </a:r>
            <a:endParaRPr lang="en-IN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B14342-7423-B5AE-AAD1-F9D1CC7EA524}"/>
              </a:ext>
            </a:extLst>
          </p:cNvPr>
          <p:cNvSpPr txBox="1"/>
          <p:nvPr/>
        </p:nvSpPr>
        <p:spPr>
          <a:xfrm>
            <a:off x="6946223" y="5510173"/>
            <a:ext cx="51042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-Thank You  </a:t>
            </a:r>
            <a:endParaRPr lang="en-IN" sz="4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7742</TotalTime>
  <Words>468</Words>
  <Application>Microsoft Office PowerPoint</Application>
  <PresentationFormat>Widescreen</PresentationFormat>
  <Paragraphs>86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Student dropout prediction dashboard</vt:lpstr>
      <vt:lpstr>Technical approach</vt:lpstr>
      <vt:lpstr>System Architecture</vt:lpstr>
      <vt:lpstr>Impacts and benefits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kavyyahaldar@outlook.com</cp:lastModifiedBy>
  <cp:revision>149</cp:revision>
  <dcterms:created xsi:type="dcterms:W3CDTF">2013-12-12T18:46:50Z</dcterms:created>
  <dcterms:modified xsi:type="dcterms:W3CDTF">2025-09-19T01:09:53Z</dcterms:modified>
  <cp:category/>
</cp:coreProperties>
</file>