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Dropout Prediction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Risk Detection &amp; Mentorship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dropout rates in educational institutions</a:t>
            </a:r>
          </a:p>
          <a:p>
            <a:r>
              <a:t>- Lack of proactive identification of at-risk students</a:t>
            </a:r>
          </a:p>
          <a:p>
            <a:r>
              <a:t>- Need for AI-driven mentoring and interventions</a:t>
            </a:r>
          </a:p>
          <a:p>
            <a:r>
              <a:t>- Requirement of interactive dashboards for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 login &amp; user authentication</a:t>
            </a:r>
          </a:p>
          <a:p>
            <a:r>
              <a:t>- Student data management (manual &amp; import)</a:t>
            </a:r>
          </a:p>
          <a:p>
            <a:r>
              <a:t>- Risk classification engine</a:t>
            </a:r>
          </a:p>
          <a:p>
            <a:r>
              <a:t>- AI-generated intervention strategies</a:t>
            </a:r>
          </a:p>
          <a:p>
            <a:r>
              <a:t>- Interactive dashboard with KPIs &amp; charts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Login/Signup/Forgot Password</a:t>
            </a:r>
          </a:p>
          <a:p>
            <a:r>
              <a:t>2. Data Collection (manual input, CSV/Excel import)</a:t>
            </a:r>
          </a:p>
          <a:p>
            <a:r>
              <a:t>3. Risk Engine (attendance &amp; score thresholds)</a:t>
            </a:r>
          </a:p>
          <a:p>
            <a:r>
              <a:t>4. AI Model (intervention notes &amp; audio)</a:t>
            </a:r>
          </a:p>
          <a:p>
            <a:r>
              <a:t>5. Dashboard (KPIs, charts, reports)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Classification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Attendance &lt; 75% → Medium Risk</a:t>
            </a:r>
          </a:p>
          <a:p>
            <a:r>
              <a:t>- Attendance &lt; 75% AND Score &lt; 50% → High Risk</a:t>
            </a:r>
          </a:p>
          <a:p>
            <a:r>
              <a:t>- Else → Low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- KPIs (Total Students, Avg Attendance, GPA, Scores)</a:t>
            </a:r>
          </a:p>
          <a:p>
            <a:r>
              <a:t>- Charts (scatter, bar, radar, pie, histograms)</a:t>
            </a:r>
          </a:p>
          <a:p>
            <a:r>
              <a:t>- Risk Alerts for high-risk students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- AI Mentor Notes with audio playback</a:t>
            </a:r>
          </a:p>
          <a:p>
            <a:r>
              <a:t>- CSV Download of student data &amp; alerts</a:t>
            </a:r>
          </a:p>
          <a:p>
            <a:r>
              <a:t>- Threshold tuning for risk preview</a:t>
            </a:r>
          </a:p>
          <a:p>
            <a:r>
              <a:t>- Fun facts &amp; summary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Audio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DistilGPT2 generates personalized mentor interventions</a:t>
            </a:r>
          </a:p>
          <a:p>
            <a:r>
              <a:t>- Interventions consider attendance, GPA, fee status, etc.</a:t>
            </a:r>
          </a:p>
          <a:p>
            <a:r>
              <a:t>- pyttsx3 converts AI text into speech</a:t>
            </a:r>
          </a:p>
          <a:p>
            <a:r>
              <a:t>- Students can listen to interventions as audio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Early detection of potential dropouts</a:t>
            </a:r>
          </a:p>
          <a:p>
            <a:r>
              <a:t>- Personalized AI-driven mentoring</a:t>
            </a:r>
          </a:p>
          <a:p>
            <a:r>
              <a:t>- Better student engagement &amp; support</a:t>
            </a:r>
          </a:p>
          <a:p>
            <a:r>
              <a:t>- Data-driven decision making for institutions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Dropout Prediction Dashboard combines AI, data visualization, and risk analytics to proactively identify at-risk students and provide timely interventions. It empowers institutions to reduce dropout rates and improve student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